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89" r:id="rId3"/>
    <p:sldId id="294" r:id="rId4"/>
    <p:sldId id="298" r:id="rId5"/>
    <p:sldId id="303" r:id="rId6"/>
    <p:sldId id="297" r:id="rId7"/>
    <p:sldId id="302" r:id="rId8"/>
    <p:sldId id="260" r:id="rId9"/>
    <p:sldId id="263" r:id="rId10"/>
    <p:sldId id="293" r:id="rId11"/>
    <p:sldId id="301" r:id="rId12"/>
    <p:sldId id="299" r:id="rId13"/>
    <p:sldId id="292" r:id="rId1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Fira Sans Black" panose="020B0A03050000020004" pitchFamily="34" charset="0"/>
      <p:bold r:id="rId17"/>
      <p:boldItalic r:id="rId18"/>
    </p:embeddedFont>
    <p:embeddedFont>
      <p:font typeface="Fira Sans Extra Condensed" panose="020B0503050000020004" pitchFamily="34" charset="0"/>
      <p:regular r:id="rId19"/>
      <p:bold r:id="rId20"/>
      <p:italic r:id="rId21"/>
      <p:boldItalic r:id="rId22"/>
    </p:embeddedFont>
    <p:embeddedFont>
      <p:font typeface="Fira Sans Medium" panose="020B0603050000020004" pitchFamily="34" charset="0"/>
      <p:regular r:id="rId23"/>
      <p: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274F"/>
    <a:srgbClr val="651428"/>
    <a:srgbClr val="FF6666"/>
    <a:srgbClr val="FFB174"/>
    <a:srgbClr val="FFCE7D"/>
    <a:srgbClr val="961D3B"/>
    <a:srgbClr val="EA4E5D"/>
    <a:srgbClr val="D83C62"/>
    <a:srgbClr val="EEB47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5453A-A45A-4927-BF34-751CBB415D12}" v="246" dt="2026-05-20T07:06:11.389"/>
    <p1510:client id="{C7D02CEA-AF4D-B4BD-FB19-7F2CB793521B}" v="11" dt="2026-05-19T15:06:22.731"/>
    <p1510:client id="{CFA819D8-A0F4-CF21-11CE-8F95FA5CFEEB}" v="21" dt="2026-05-20T08:15:08.396"/>
  </p1510:revLst>
</p1510:revInfo>
</file>

<file path=ppt/tableStyles.xml><?xml version="1.0" encoding="utf-8"?>
<a:tblStyleLst xmlns:a="http://schemas.openxmlformats.org/drawingml/2006/main" def="{6B2D499A-8533-471E-B66E-C514D295E8FE}">
  <a:tblStyle styleId="{6B2D499A-8533-471E-B66E-C514D295E8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zewczyk Julia" userId="S::julia.szewczyk@aalto.fi::03b5815a-e36d-4e1d-aaab-c676b07874e2" providerId="AD" clId="Web-{D32BEA87-FDCB-34E6-7A58-CD3C7599694C}"/>
    <pc:docChg chg="addSld modSld sldOrd">
      <pc:chgData name="Szewczyk Julia" userId="S::julia.szewczyk@aalto.fi::03b5815a-e36d-4e1d-aaab-c676b07874e2" providerId="AD" clId="Web-{D32BEA87-FDCB-34E6-7A58-CD3C7599694C}" dt="2026-05-13T10:17:49.289" v="4"/>
      <pc:docMkLst>
        <pc:docMk/>
      </pc:docMkLst>
      <pc:sldChg chg="addSp delSp modSp add ord replId">
        <pc:chgData name="Szewczyk Julia" userId="S::julia.szewczyk@aalto.fi::03b5815a-e36d-4e1d-aaab-c676b07874e2" providerId="AD" clId="Web-{D32BEA87-FDCB-34E6-7A58-CD3C7599694C}" dt="2026-05-13T10:17:49.289" v="4"/>
        <pc:sldMkLst>
          <pc:docMk/>
          <pc:sldMk cId="2348043164" sldId="289"/>
        </pc:sldMkLst>
      </pc:sldChg>
    </pc:docChg>
  </pc:docChgLst>
  <pc:docChgLst>
    <pc:chgData name="Tavernier Marina" userId="S::marina.tavernier@aalto.fi::99002f19-34e9-4449-b9d5-6348f0e76359" providerId="AD" clId="Web-{C82C6A96-3A9E-7647-8765-0EA4DB17D5B7}"/>
    <pc:docChg chg="modSld">
      <pc:chgData name="Tavernier Marina" userId="S::marina.tavernier@aalto.fi::99002f19-34e9-4449-b9d5-6348f0e76359" providerId="AD" clId="Web-{C82C6A96-3A9E-7647-8765-0EA4DB17D5B7}" dt="2026-05-15T10:13:12.613" v="0" actId="1076"/>
      <pc:docMkLst>
        <pc:docMk/>
      </pc:docMkLst>
      <pc:sldChg chg="modSp">
        <pc:chgData name="Tavernier Marina" userId="S::marina.tavernier@aalto.fi::99002f19-34e9-4449-b9d5-6348f0e76359" providerId="AD" clId="Web-{C82C6A96-3A9E-7647-8765-0EA4DB17D5B7}" dt="2026-05-15T10:13:12.613" v="0" actId="1076"/>
        <pc:sldMkLst>
          <pc:docMk/>
          <pc:sldMk cId="1666662330" sldId="294"/>
        </pc:sldMkLst>
        <pc:spChg chg="mod">
          <ac:chgData name="Tavernier Marina" userId="S::marina.tavernier@aalto.fi::99002f19-34e9-4449-b9d5-6348f0e76359" providerId="AD" clId="Web-{C82C6A96-3A9E-7647-8765-0EA4DB17D5B7}" dt="2026-05-15T10:13:12.613" v="0" actId="1076"/>
          <ac:spMkLst>
            <pc:docMk/>
            <pc:sldMk cId="1666662330" sldId="294"/>
            <ac:spMk id="26" creationId="{EEC5AF56-80B9-3DA4-8F68-AC1BB8849FCB}"/>
          </ac:spMkLst>
        </pc:spChg>
      </pc:sldChg>
    </pc:docChg>
  </pc:docChgLst>
  <pc:docChgLst>
    <pc:chgData name="Szewczyk Julia" userId="S::julia.szewczyk@aalto.fi::03b5815a-e36d-4e1d-aaab-c676b07874e2" providerId="AD" clId="Web-{92AEF2F1-8CE6-ABFF-6E1B-64CE36F847B0}"/>
    <pc:docChg chg="addSld modSld sldOrd">
      <pc:chgData name="Szewczyk Julia" userId="S::julia.szewczyk@aalto.fi::03b5815a-e36d-4e1d-aaab-c676b07874e2" providerId="AD" clId="Web-{92AEF2F1-8CE6-ABFF-6E1B-64CE36F847B0}" dt="2026-05-13T11:04:54.592" v="311" actId="1076"/>
      <pc:docMkLst>
        <pc:docMk/>
      </pc:docMkLst>
      <pc:sldChg chg="addSp modSp ord">
        <pc:chgData name="Szewczyk Julia" userId="S::julia.szewczyk@aalto.fi::03b5815a-e36d-4e1d-aaab-c676b07874e2" providerId="AD" clId="Web-{92AEF2F1-8CE6-ABFF-6E1B-64CE36F847B0}" dt="2026-05-13T10:43:31.969" v="86"/>
        <pc:sldMkLst>
          <pc:docMk/>
          <pc:sldMk cId="0" sldId="260"/>
        </pc:sldMkLst>
        <pc:spChg chg="add mod">
          <ac:chgData name="Szewczyk Julia" userId="S::julia.szewczyk@aalto.fi::03b5815a-e36d-4e1d-aaab-c676b07874e2" providerId="AD" clId="Web-{92AEF2F1-8CE6-ABFF-6E1B-64CE36F847B0}" dt="2026-05-13T10:43:31.969" v="86"/>
          <ac:spMkLst>
            <pc:docMk/>
            <pc:sldMk cId="0" sldId="260"/>
            <ac:spMk id="4" creationId="{D5A1B572-D4DC-13E3-6DE5-AAC2CA1B8BD5}"/>
          </ac:spMkLst>
        </pc:spChg>
      </pc:sldChg>
      <pc:sldChg chg="addSp delSp modSp ord">
        <pc:chgData name="Szewczyk Julia" userId="S::julia.szewczyk@aalto.fi::03b5815a-e36d-4e1d-aaab-c676b07874e2" providerId="AD" clId="Web-{92AEF2F1-8CE6-ABFF-6E1B-64CE36F847B0}" dt="2026-05-13T10:48:59.270" v="183"/>
        <pc:sldMkLst>
          <pc:docMk/>
          <pc:sldMk cId="0" sldId="263"/>
        </pc:sldMkLst>
        <pc:spChg chg="add mod">
          <ac:chgData name="Szewczyk Julia" userId="S::julia.szewczyk@aalto.fi::03b5815a-e36d-4e1d-aaab-c676b07874e2" providerId="AD" clId="Web-{92AEF2F1-8CE6-ABFF-6E1B-64CE36F847B0}" dt="2026-05-13T10:43:22.235" v="85"/>
          <ac:spMkLst>
            <pc:docMk/>
            <pc:sldMk cId="0" sldId="263"/>
            <ac:spMk id="4" creationId="{C451A15F-A157-FC8C-55DD-BB5F727849B3}"/>
          </ac:spMkLst>
        </pc:spChg>
        <pc:spChg chg="mod">
          <ac:chgData name="Szewczyk Julia" userId="S::julia.szewczyk@aalto.fi::03b5815a-e36d-4e1d-aaab-c676b07874e2" providerId="AD" clId="Web-{92AEF2F1-8CE6-ABFF-6E1B-64CE36F847B0}" dt="2026-05-13T10:47:24.487" v="133" actId="14100"/>
          <ac:spMkLst>
            <pc:docMk/>
            <pc:sldMk cId="0" sldId="263"/>
            <ac:spMk id="415" creationId="{00000000-0000-0000-0000-000000000000}"/>
          </ac:spMkLst>
        </pc:spChg>
        <pc:spChg chg="mod">
          <ac:chgData name="Szewczyk Julia" userId="S::julia.szewczyk@aalto.fi::03b5815a-e36d-4e1d-aaab-c676b07874e2" providerId="AD" clId="Web-{92AEF2F1-8CE6-ABFF-6E1B-64CE36F847B0}" dt="2026-05-13T10:47:06.034" v="131" actId="1076"/>
          <ac:spMkLst>
            <pc:docMk/>
            <pc:sldMk cId="0" sldId="263"/>
            <ac:spMk id="422" creationId="{00000000-0000-0000-0000-000000000000}"/>
          </ac:spMkLst>
        </pc:spChg>
        <pc:spChg chg="mod">
          <ac:chgData name="Szewczyk Julia" userId="S::julia.szewczyk@aalto.fi::03b5815a-e36d-4e1d-aaab-c676b07874e2" providerId="AD" clId="Web-{92AEF2F1-8CE6-ABFF-6E1B-64CE36F847B0}" dt="2026-05-13T10:48:28.566" v="161" actId="20577"/>
          <ac:spMkLst>
            <pc:docMk/>
            <pc:sldMk cId="0" sldId="263"/>
            <ac:spMk id="424" creationId="{00000000-0000-0000-0000-000000000000}"/>
          </ac:spMkLst>
        </pc:spChg>
        <pc:spChg chg="mod">
          <ac:chgData name="Szewczyk Julia" userId="S::julia.szewczyk@aalto.fi::03b5815a-e36d-4e1d-aaab-c676b07874e2" providerId="AD" clId="Web-{92AEF2F1-8CE6-ABFF-6E1B-64CE36F847B0}" dt="2026-05-13T10:48:35.910" v="167" actId="20577"/>
          <ac:spMkLst>
            <pc:docMk/>
            <pc:sldMk cId="0" sldId="263"/>
            <ac:spMk id="425" creationId="{00000000-0000-0000-0000-000000000000}"/>
          </ac:spMkLst>
        </pc:spChg>
        <pc:spChg chg="mod">
          <ac:chgData name="Szewczyk Julia" userId="S::julia.szewczyk@aalto.fi::03b5815a-e36d-4e1d-aaab-c676b07874e2" providerId="AD" clId="Web-{92AEF2F1-8CE6-ABFF-6E1B-64CE36F847B0}" dt="2026-05-13T10:48:46.316" v="173" actId="20577"/>
          <ac:spMkLst>
            <pc:docMk/>
            <pc:sldMk cId="0" sldId="263"/>
            <ac:spMk id="426" creationId="{00000000-0000-0000-0000-000000000000}"/>
          </ac:spMkLst>
        </pc:spChg>
      </pc:sldChg>
      <pc:sldChg chg="addSp modSp">
        <pc:chgData name="Szewczyk Julia" userId="S::julia.szewczyk@aalto.fi::03b5815a-e36d-4e1d-aaab-c676b07874e2" providerId="AD" clId="Web-{92AEF2F1-8CE6-ABFF-6E1B-64CE36F847B0}" dt="2026-05-13T10:43:53.235" v="89" actId="14100"/>
        <pc:sldMkLst>
          <pc:docMk/>
          <pc:sldMk cId="2348043164" sldId="289"/>
        </pc:sldMkLst>
        <pc:spChg chg="add mod">
          <ac:chgData name="Szewczyk Julia" userId="S::julia.szewczyk@aalto.fi::03b5815a-e36d-4e1d-aaab-c676b07874e2" providerId="AD" clId="Web-{92AEF2F1-8CE6-ABFF-6E1B-64CE36F847B0}" dt="2026-05-13T10:43:53.235" v="89" actId="14100"/>
          <ac:spMkLst>
            <pc:docMk/>
            <pc:sldMk cId="2348043164" sldId="289"/>
            <ac:spMk id="4" creationId="{4D4623C6-2E56-2E4E-8A4E-8EC1C7FE4D7D}"/>
          </ac:spMkLst>
        </pc:spChg>
        <pc:spChg chg="mod">
          <ac:chgData name="Szewczyk Julia" userId="S::julia.szewczyk@aalto.fi::03b5815a-e36d-4e1d-aaab-c676b07874e2" providerId="AD" clId="Web-{92AEF2F1-8CE6-ABFF-6E1B-64CE36F847B0}" dt="2026-05-13T10:39:26.935" v="71" actId="1076"/>
          <ac:spMkLst>
            <pc:docMk/>
            <pc:sldMk cId="2348043164" sldId="289"/>
            <ac:spMk id="1622" creationId="{CE31D05C-2449-6EC8-E9B1-DB6F9005DB9E}"/>
          </ac:spMkLst>
        </pc:spChg>
        <pc:spChg chg="mod">
          <ac:chgData name="Szewczyk Julia" userId="S::julia.szewczyk@aalto.fi::03b5815a-e36d-4e1d-aaab-c676b07874e2" providerId="AD" clId="Web-{92AEF2F1-8CE6-ABFF-6E1B-64CE36F847B0}" dt="2026-05-13T10:39:17.701" v="70" actId="1076"/>
          <ac:spMkLst>
            <pc:docMk/>
            <pc:sldMk cId="2348043164" sldId="289"/>
            <ac:spMk id="1624" creationId="{4EAAB211-E678-6634-95CC-0C264F86453E}"/>
          </ac:spMkLst>
        </pc:spChg>
        <pc:grpChg chg="mod">
          <ac:chgData name="Szewczyk Julia" userId="S::julia.szewczyk@aalto.fi::03b5815a-e36d-4e1d-aaab-c676b07874e2" providerId="AD" clId="Web-{92AEF2F1-8CE6-ABFF-6E1B-64CE36F847B0}" dt="2026-05-13T10:39:52.326" v="73" actId="1076"/>
          <ac:grpSpMkLst>
            <pc:docMk/>
            <pc:sldMk cId="2348043164" sldId="289"/>
            <ac:grpSpMk id="1602" creationId="{ED2BAE50-316F-7C8F-7D21-7E724114C941}"/>
          </ac:grpSpMkLst>
        </pc:grpChg>
        <pc:grpChg chg="mod">
          <ac:chgData name="Szewczyk Julia" userId="S::julia.szewczyk@aalto.fi::03b5815a-e36d-4e1d-aaab-c676b07874e2" providerId="AD" clId="Web-{92AEF2F1-8CE6-ABFF-6E1B-64CE36F847B0}" dt="2026-05-13T10:39:52.342" v="74" actId="1076"/>
          <ac:grpSpMkLst>
            <pc:docMk/>
            <pc:sldMk cId="2348043164" sldId="289"/>
            <ac:grpSpMk id="1621" creationId="{CAA4AC70-5A1E-554F-0880-3A523733B8B2}"/>
          </ac:grpSpMkLst>
        </pc:grpChg>
      </pc:sldChg>
    </pc:docChg>
  </pc:docChgLst>
  <pc:docChgLst>
    <pc:chgData name="Szewczyk Julia" userId="S::julia.szewczyk@aalto.fi::03b5815a-e36d-4e1d-aaab-c676b07874e2" providerId="AD" clId="Web-{AC95267F-43D8-035E-F352-874595C2C087}"/>
    <pc:docChg chg="delSld modSld">
      <pc:chgData name="Szewczyk Julia" userId="S::julia.szewczyk@aalto.fi::03b5815a-e36d-4e1d-aaab-c676b07874e2" providerId="AD" clId="Web-{AC95267F-43D8-035E-F352-874595C2C087}" dt="2026-05-07T14:30:16.945" v="2"/>
      <pc:docMkLst>
        <pc:docMk/>
      </pc:docMkLst>
      <pc:sldChg chg="modSp">
        <pc:chgData name="Szewczyk Julia" userId="S::julia.szewczyk@aalto.fi::03b5815a-e36d-4e1d-aaab-c676b07874e2" providerId="AD" clId="Web-{AC95267F-43D8-035E-F352-874595C2C087}" dt="2026-05-07T14:29:03.429" v="0"/>
        <pc:sldMkLst>
          <pc:docMk/>
          <pc:sldMk cId="0" sldId="256"/>
        </pc:sldMkLst>
        <pc:spChg chg="mod">
          <ac:chgData name="Szewczyk Julia" userId="S::julia.szewczyk@aalto.fi::03b5815a-e36d-4e1d-aaab-c676b07874e2" providerId="AD" clId="Web-{AC95267F-43D8-035E-F352-874595C2C087}" dt="2026-05-07T14:29:03.429" v="0"/>
          <ac:spMkLst>
            <pc:docMk/>
            <pc:sldMk cId="0" sldId="256"/>
            <ac:spMk id="56" creationId="{00000000-0000-0000-0000-000000000000}"/>
          </ac:spMkLst>
        </pc:spChg>
      </pc:sldChg>
    </pc:docChg>
  </pc:docChgLst>
  <pc:docChgLst>
    <pc:chgData name="Tavernier Marina" userId="S::marina.tavernier@aalto.fi::99002f19-34e9-4449-b9d5-6348f0e76359" providerId="AD" clId="Web-{8150EEC3-7221-D89C-92F3-6EC39C0C9F7E}"/>
    <pc:docChg chg="modSld sldOrd">
      <pc:chgData name="Tavernier Marina" userId="S::marina.tavernier@aalto.fi::99002f19-34e9-4449-b9d5-6348f0e76359" providerId="AD" clId="Web-{8150EEC3-7221-D89C-92F3-6EC39C0C9F7E}" dt="2026-05-18T07:02:57.816" v="76"/>
      <pc:docMkLst>
        <pc:docMk/>
      </pc:docMkLst>
      <pc:sldChg chg="ord">
        <pc:chgData name="Tavernier Marina" userId="S::marina.tavernier@aalto.fi::99002f19-34e9-4449-b9d5-6348f0e76359" providerId="AD" clId="Web-{8150EEC3-7221-D89C-92F3-6EC39C0C9F7E}" dt="2026-05-18T06:49:27.644" v="0"/>
        <pc:sldMkLst>
          <pc:docMk/>
          <pc:sldMk cId="1666662330" sldId="294"/>
        </pc:sldMkLst>
      </pc:sldChg>
      <pc:sldChg chg="ord">
        <pc:chgData name="Tavernier Marina" userId="S::marina.tavernier@aalto.fi::99002f19-34e9-4449-b9d5-6348f0e76359" providerId="AD" clId="Web-{8150EEC3-7221-D89C-92F3-6EC39C0C9F7E}" dt="2026-05-18T07:02:57.816" v="76"/>
        <pc:sldMkLst>
          <pc:docMk/>
          <pc:sldMk cId="2992113062" sldId="297"/>
        </pc:sldMkLst>
      </pc:sldChg>
    </pc:docChg>
  </pc:docChgLst>
  <pc:docChgLst>
    <pc:chgData name="Szewczyk Julia" userId="S::julia.szewczyk@aalto.fi::03b5815a-e36d-4e1d-aaab-c676b07874e2" providerId="AD" clId="Web-{68769400-E07F-465B-7C4B-CA55C9A6A823}"/>
    <pc:docChg chg="modSld">
      <pc:chgData name="Szewczyk Julia" userId="S::julia.szewczyk@aalto.fi::03b5815a-e36d-4e1d-aaab-c676b07874e2" providerId="AD" clId="Web-{68769400-E07F-465B-7C4B-CA55C9A6A823}" dt="2026-05-14T07:12:43.686" v="263"/>
      <pc:docMkLst>
        <pc:docMk/>
      </pc:docMkLst>
      <pc:sldChg chg="delSp modSp">
        <pc:chgData name="Szewczyk Julia" userId="S::julia.szewczyk@aalto.fi::03b5815a-e36d-4e1d-aaab-c676b07874e2" providerId="AD" clId="Web-{68769400-E07F-465B-7C4B-CA55C9A6A823}" dt="2026-05-14T07:12:43.686" v="263"/>
        <pc:sldMkLst>
          <pc:docMk/>
          <pc:sldMk cId="2348043164" sldId="289"/>
        </pc:sldMkLst>
        <pc:spChg chg="mod">
          <ac:chgData name="Szewczyk Julia" userId="S::julia.szewczyk@aalto.fi::03b5815a-e36d-4e1d-aaab-c676b07874e2" providerId="AD" clId="Web-{68769400-E07F-465B-7C4B-CA55C9A6A823}" dt="2026-05-14T06:59:21.818" v="249" actId="20577"/>
          <ac:spMkLst>
            <pc:docMk/>
            <pc:sldMk cId="2348043164" sldId="289"/>
            <ac:spMk id="1614" creationId="{32063B7A-7DCF-CFA4-9EAB-631CAE365C2D}"/>
          </ac:spMkLst>
        </pc:spChg>
        <pc:spChg chg="mod">
          <ac:chgData name="Szewczyk Julia" userId="S::julia.szewczyk@aalto.fi::03b5815a-e36d-4e1d-aaab-c676b07874e2" providerId="AD" clId="Web-{68769400-E07F-465B-7C4B-CA55C9A6A823}" dt="2026-05-14T07:00:00.021" v="252" actId="20577"/>
          <ac:spMkLst>
            <pc:docMk/>
            <pc:sldMk cId="2348043164" sldId="289"/>
            <ac:spMk id="1615" creationId="{8CB792FC-C0EA-48BF-AB01-C7E59276A731}"/>
          </ac:spMkLst>
        </pc:spChg>
        <pc:spChg chg="mod">
          <ac:chgData name="Szewczyk Julia" userId="S::julia.szewczyk@aalto.fi::03b5815a-e36d-4e1d-aaab-c676b07874e2" providerId="AD" clId="Web-{68769400-E07F-465B-7C4B-CA55C9A6A823}" dt="2026-05-14T07:00:05.817" v="253" actId="1076"/>
          <ac:spMkLst>
            <pc:docMk/>
            <pc:sldMk cId="2348043164" sldId="289"/>
            <ac:spMk id="1616" creationId="{0689EFCA-A821-ABB6-0ED0-EE6C707A8A86}"/>
          </ac:spMkLst>
        </pc:spChg>
        <pc:spChg chg="mod">
          <ac:chgData name="Szewczyk Julia" userId="S::julia.szewczyk@aalto.fi::03b5815a-e36d-4e1d-aaab-c676b07874e2" providerId="AD" clId="Web-{68769400-E07F-465B-7C4B-CA55C9A6A823}" dt="2026-05-14T06:57:40.397" v="167" actId="20577"/>
          <ac:spMkLst>
            <pc:docMk/>
            <pc:sldMk cId="2348043164" sldId="289"/>
            <ac:spMk id="1618" creationId="{DF42B188-363E-950D-CAD4-AD3DC17CCB9C}"/>
          </ac:spMkLst>
        </pc:spChg>
        <pc:spChg chg="mod">
          <ac:chgData name="Szewczyk Julia" userId="S::julia.szewczyk@aalto.fi::03b5815a-e36d-4e1d-aaab-c676b07874e2" providerId="AD" clId="Web-{68769400-E07F-465B-7C4B-CA55C9A6A823}" dt="2026-05-14T07:00:08.599" v="254" actId="20577"/>
          <ac:spMkLst>
            <pc:docMk/>
            <pc:sldMk cId="2348043164" sldId="289"/>
            <ac:spMk id="1619" creationId="{7583FE4F-F77B-6E37-99F3-F9B38E1C27D7}"/>
          </ac:spMkLst>
        </pc:spChg>
        <pc:spChg chg="mod">
          <ac:chgData name="Szewczyk Julia" userId="S::julia.szewczyk@aalto.fi::03b5815a-e36d-4e1d-aaab-c676b07874e2" providerId="AD" clId="Web-{68769400-E07F-465B-7C4B-CA55C9A6A823}" dt="2026-05-14T07:00:15.083" v="255" actId="1076"/>
          <ac:spMkLst>
            <pc:docMk/>
            <pc:sldMk cId="2348043164" sldId="289"/>
            <ac:spMk id="1620" creationId="{7D69D36C-7753-61AA-C3DF-0FF457781832}"/>
          </ac:spMkLst>
        </pc:spChg>
        <pc:spChg chg="mod">
          <ac:chgData name="Szewczyk Julia" userId="S::julia.szewczyk@aalto.fi::03b5815a-e36d-4e1d-aaab-c676b07874e2" providerId="AD" clId="Web-{68769400-E07F-465B-7C4B-CA55C9A6A823}" dt="2026-05-14T07:00:40.833" v="261"/>
          <ac:spMkLst>
            <pc:docMk/>
            <pc:sldMk cId="2348043164" sldId="289"/>
            <ac:spMk id="1622" creationId="{CE31D05C-2449-6EC8-E9B1-DB6F9005DB9E}"/>
          </ac:spMkLst>
        </pc:spChg>
        <pc:spChg chg="mod">
          <ac:chgData name="Szewczyk Julia" userId="S::julia.szewczyk@aalto.fi::03b5815a-e36d-4e1d-aaab-c676b07874e2" providerId="AD" clId="Web-{68769400-E07F-465B-7C4B-CA55C9A6A823}" dt="2026-05-14T07:00:27.036" v="258" actId="20577"/>
          <ac:spMkLst>
            <pc:docMk/>
            <pc:sldMk cId="2348043164" sldId="289"/>
            <ac:spMk id="1623" creationId="{39F9C4D7-454C-986F-21F7-2A253928E9D6}"/>
          </ac:spMkLst>
        </pc:spChg>
        <pc:spChg chg="mod">
          <ac:chgData name="Szewczyk Julia" userId="S::julia.szewczyk@aalto.fi::03b5815a-e36d-4e1d-aaab-c676b07874e2" providerId="AD" clId="Web-{68769400-E07F-465B-7C4B-CA55C9A6A823}" dt="2026-05-14T07:00:35.895" v="259" actId="1076"/>
          <ac:spMkLst>
            <pc:docMk/>
            <pc:sldMk cId="2348043164" sldId="289"/>
            <ac:spMk id="1624" creationId="{4EAAB211-E678-6634-95CC-0C264F86453E}"/>
          </ac:spMkLst>
        </pc:spChg>
        <pc:spChg chg="mod">
          <ac:chgData name="Szewczyk Julia" userId="S::julia.szewczyk@aalto.fi::03b5815a-e36d-4e1d-aaab-c676b07874e2" providerId="AD" clId="Web-{68769400-E07F-465B-7C4B-CA55C9A6A823}" dt="2026-05-14T06:58:13.897" v="212" actId="20577"/>
          <ac:spMkLst>
            <pc:docMk/>
            <pc:sldMk cId="2348043164" sldId="289"/>
            <ac:spMk id="1626" creationId="{B6624709-CC79-FE89-B49B-2DAE4C8A7D29}"/>
          </ac:spMkLst>
        </pc:spChg>
        <pc:spChg chg="mod">
          <ac:chgData name="Szewczyk Julia" userId="S::julia.szewczyk@aalto.fi::03b5815a-e36d-4e1d-aaab-c676b07874e2" providerId="AD" clId="Web-{68769400-E07F-465B-7C4B-CA55C9A6A823}" dt="2026-05-14T06:59:48.661" v="250" actId="20577"/>
          <ac:spMkLst>
            <pc:docMk/>
            <pc:sldMk cId="2348043164" sldId="289"/>
            <ac:spMk id="1627" creationId="{E74F8CC7-5C97-238F-EBD1-01A1051D0C38}"/>
          </ac:spMkLst>
        </pc:spChg>
        <pc:spChg chg="mod">
          <ac:chgData name="Szewczyk Julia" userId="S::julia.szewczyk@aalto.fi::03b5815a-e36d-4e1d-aaab-c676b07874e2" providerId="AD" clId="Web-{68769400-E07F-465B-7C4B-CA55C9A6A823}" dt="2026-05-14T06:59:55.911" v="251" actId="1076"/>
          <ac:spMkLst>
            <pc:docMk/>
            <pc:sldMk cId="2348043164" sldId="289"/>
            <ac:spMk id="1628" creationId="{C06A4477-A3C4-3854-9461-667C6FE2289B}"/>
          </ac:spMkLst>
        </pc:spChg>
        <pc:spChg chg="mod">
          <ac:chgData name="Szewczyk Julia" userId="S::julia.szewczyk@aalto.fi::03b5815a-e36d-4e1d-aaab-c676b07874e2" providerId="AD" clId="Web-{68769400-E07F-465B-7C4B-CA55C9A6A823}" dt="2026-05-14T06:55:55.695" v="70" actId="20577"/>
          <ac:spMkLst>
            <pc:docMk/>
            <pc:sldMk cId="2348043164" sldId="289"/>
            <ac:spMk id="1630" creationId="{0B508B23-9D7A-070C-BB56-15285F5181DB}"/>
          </ac:spMkLst>
        </pc:spChg>
        <pc:spChg chg="mod">
          <ac:chgData name="Szewczyk Julia" userId="S::julia.szewczyk@aalto.fi::03b5815a-e36d-4e1d-aaab-c676b07874e2" providerId="AD" clId="Web-{68769400-E07F-465B-7C4B-CA55C9A6A823}" dt="2026-05-14T07:00:23.036" v="257" actId="1076"/>
          <ac:spMkLst>
            <pc:docMk/>
            <pc:sldMk cId="2348043164" sldId="289"/>
            <ac:spMk id="1632" creationId="{48ABB008-D2A1-2339-7416-B7357B68637E}"/>
          </ac:spMkLst>
        </pc:spChg>
      </pc:sldChg>
    </pc:docChg>
  </pc:docChgLst>
  <pc:docChgLst>
    <pc:chgData name="Szewczyk Julia" userId="S::julia.szewczyk@aalto.fi::03b5815a-e36d-4e1d-aaab-c676b07874e2" providerId="AD" clId="Web-{B10A5110-7E56-DD1C-01AC-BAC4B87CF44F}"/>
    <pc:docChg chg="modSld">
      <pc:chgData name="Szewczyk Julia" userId="S::julia.szewczyk@aalto.fi::03b5815a-e36d-4e1d-aaab-c676b07874e2" providerId="AD" clId="Web-{B10A5110-7E56-DD1C-01AC-BAC4B87CF44F}" dt="2026-05-15T06:57:56.740" v="2" actId="20577"/>
      <pc:docMkLst>
        <pc:docMk/>
      </pc:docMkLst>
      <pc:sldChg chg="modSp">
        <pc:chgData name="Szewczyk Julia" userId="S::julia.szewczyk@aalto.fi::03b5815a-e36d-4e1d-aaab-c676b07874e2" providerId="AD" clId="Web-{B10A5110-7E56-DD1C-01AC-BAC4B87CF44F}" dt="2026-05-15T06:57:56.740" v="2" actId="20577"/>
        <pc:sldMkLst>
          <pc:docMk/>
          <pc:sldMk cId="1211914852" sldId="292"/>
        </pc:sldMkLst>
        <pc:spChg chg="mod">
          <ac:chgData name="Szewczyk Julia" userId="S::julia.szewczyk@aalto.fi::03b5815a-e36d-4e1d-aaab-c676b07874e2" providerId="AD" clId="Web-{B10A5110-7E56-DD1C-01AC-BAC4B87CF44F}" dt="2026-05-15T06:57:56.740" v="2" actId="20577"/>
          <ac:spMkLst>
            <pc:docMk/>
            <pc:sldMk cId="1211914852" sldId="292"/>
            <ac:spMk id="2" creationId="{012E748B-7171-84B2-7512-2298C01A8943}"/>
          </ac:spMkLst>
        </pc:spChg>
      </pc:sldChg>
    </pc:docChg>
  </pc:docChgLst>
  <pc:docChgLst>
    <pc:chgData name="Fu Ting" userId="55398dd9-d415-426f-a5c3-a205f8f95e07" providerId="ADAL" clId="{BE440900-C70F-5696-A0CC-A3B4FCF533D6}"/>
    <pc:docChg chg="modSld">
      <pc:chgData name="Fu Ting" userId="55398dd9-d415-426f-a5c3-a205f8f95e07" providerId="ADAL" clId="{BE440900-C70F-5696-A0CC-A3B4FCF533D6}" dt="2026-05-17T23:09:17.375" v="16" actId="20577"/>
      <pc:docMkLst>
        <pc:docMk/>
      </pc:docMkLst>
      <pc:sldChg chg="modSp mod">
        <pc:chgData name="Fu Ting" userId="55398dd9-d415-426f-a5c3-a205f8f95e07" providerId="ADAL" clId="{BE440900-C70F-5696-A0CC-A3B4FCF533D6}" dt="2026-05-17T23:09:17.375" v="16" actId="20577"/>
        <pc:sldMkLst>
          <pc:docMk/>
          <pc:sldMk cId="1328139210" sldId="299"/>
        </pc:sldMkLst>
        <pc:spChg chg="mod">
          <ac:chgData name="Fu Ting" userId="55398dd9-d415-426f-a5c3-a205f8f95e07" providerId="ADAL" clId="{BE440900-C70F-5696-A0CC-A3B4FCF533D6}" dt="2026-05-17T23:09:17.375" v="16" actId="20577"/>
          <ac:spMkLst>
            <pc:docMk/>
            <pc:sldMk cId="1328139210" sldId="299"/>
            <ac:spMk id="2" creationId="{A8FC6517-392D-7C66-401C-F122C83B19F5}"/>
          </ac:spMkLst>
        </pc:spChg>
      </pc:sldChg>
    </pc:docChg>
  </pc:docChgLst>
  <pc:docChgLst>
    <pc:chgData name="Szewczyk Julia" userId="S::julia.szewczyk@aalto.fi::03b5815a-e36d-4e1d-aaab-c676b07874e2" providerId="AD" clId="Web-{D4373FF9-F350-62E5-36FD-EEECF9625DBA}"/>
    <pc:docChg chg="modSld">
      <pc:chgData name="Szewczyk Julia" userId="S::julia.szewczyk@aalto.fi::03b5815a-e36d-4e1d-aaab-c676b07874e2" providerId="AD" clId="Web-{D4373FF9-F350-62E5-36FD-EEECF9625DBA}" dt="2026-05-11T14:46:29.461" v="1" actId="20577"/>
      <pc:docMkLst>
        <pc:docMk/>
      </pc:docMkLst>
      <pc:sldChg chg="modSp">
        <pc:chgData name="Szewczyk Julia" userId="S::julia.szewczyk@aalto.fi::03b5815a-e36d-4e1d-aaab-c676b07874e2" providerId="AD" clId="Web-{D4373FF9-F350-62E5-36FD-EEECF9625DBA}" dt="2026-05-11T14:46:29.461" v="1" actId="20577"/>
        <pc:sldMkLst>
          <pc:docMk/>
          <pc:sldMk cId="0" sldId="256"/>
        </pc:sldMkLst>
        <pc:spChg chg="mod">
          <ac:chgData name="Szewczyk Julia" userId="S::julia.szewczyk@aalto.fi::03b5815a-e36d-4e1d-aaab-c676b07874e2" providerId="AD" clId="Web-{D4373FF9-F350-62E5-36FD-EEECF9625DBA}" dt="2026-05-11T14:46:29.461" v="1" actId="20577"/>
          <ac:spMkLst>
            <pc:docMk/>
            <pc:sldMk cId="0" sldId="256"/>
            <ac:spMk id="4" creationId="{81D3E736-BF65-1C42-4860-F706A5FD86FF}"/>
          </ac:spMkLst>
        </pc:spChg>
      </pc:sldChg>
    </pc:docChg>
  </pc:docChgLst>
  <pc:docChgLst>
    <pc:chgData name="Tavernier Marina" userId="S::marina.tavernier@aalto.fi::99002f19-34e9-4449-b9d5-6348f0e76359" providerId="AD" clId="Web-{58079F96-42D5-9D26-EAAC-E5BB33FEF2EE}"/>
    <pc:docChg chg="modSld">
      <pc:chgData name="Tavernier Marina" userId="S::marina.tavernier@aalto.fi::99002f19-34e9-4449-b9d5-6348f0e76359" providerId="AD" clId="Web-{58079F96-42D5-9D26-EAAC-E5BB33FEF2EE}" dt="2026-05-15T21:28:50.563" v="11"/>
      <pc:docMkLst>
        <pc:docMk/>
      </pc:docMkLst>
    </pc:docChg>
  </pc:docChgLst>
  <pc:docChgLst>
    <pc:chgData name="Tavernier Marina" userId="S::marina.tavernier@aalto.fi::99002f19-34e9-4449-b9d5-6348f0e76359" providerId="AD" clId="Web-{C7D02CEA-AF4D-B4BD-FB19-7F2CB793521B}"/>
    <pc:docChg chg="modSld">
      <pc:chgData name="Tavernier Marina" userId="S::marina.tavernier@aalto.fi::99002f19-34e9-4449-b9d5-6348f0e76359" providerId="AD" clId="Web-{C7D02CEA-AF4D-B4BD-FB19-7F2CB793521B}" dt="2026-05-19T15:06:22.731" v="7" actId="1076"/>
      <pc:docMkLst>
        <pc:docMk/>
      </pc:docMkLst>
      <pc:sldChg chg="delSp">
        <pc:chgData name="Tavernier Marina" userId="S::marina.tavernier@aalto.fi::99002f19-34e9-4449-b9d5-6348f0e76359" providerId="AD" clId="Web-{C7D02CEA-AF4D-B4BD-FB19-7F2CB793521B}" dt="2026-05-19T14:59:57.042" v="0"/>
        <pc:sldMkLst>
          <pc:docMk/>
          <pc:sldMk cId="0" sldId="257"/>
        </pc:sldMkLst>
        <pc:spChg chg="del">
          <ac:chgData name="Tavernier Marina" userId="S::marina.tavernier@aalto.fi::99002f19-34e9-4449-b9d5-6348f0e76359" providerId="AD" clId="Web-{C7D02CEA-AF4D-B4BD-FB19-7F2CB793521B}" dt="2026-05-19T14:59:57.042" v="0"/>
          <ac:spMkLst>
            <pc:docMk/>
            <pc:sldMk cId="0" sldId="257"/>
            <ac:spMk id="4" creationId="{78248AC9-A5EB-E69A-35B5-47BFF0C35D22}"/>
          </ac:spMkLst>
        </pc:spChg>
      </pc:sldChg>
      <pc:sldChg chg="modSp">
        <pc:chgData name="Tavernier Marina" userId="S::marina.tavernier@aalto.fi::99002f19-34e9-4449-b9d5-6348f0e76359" providerId="AD" clId="Web-{C7D02CEA-AF4D-B4BD-FB19-7F2CB793521B}" dt="2026-05-19T15:06:22.731" v="7" actId="1076"/>
        <pc:sldMkLst>
          <pc:docMk/>
          <pc:sldMk cId="1666662330" sldId="294"/>
        </pc:sldMkLst>
        <pc:spChg chg="mod">
          <ac:chgData name="Tavernier Marina" userId="S::marina.tavernier@aalto.fi::99002f19-34e9-4449-b9d5-6348f0e76359" providerId="AD" clId="Web-{C7D02CEA-AF4D-B4BD-FB19-7F2CB793521B}" dt="2026-05-19T15:06:22.731" v="7" actId="1076"/>
          <ac:spMkLst>
            <pc:docMk/>
            <pc:sldMk cId="1666662330" sldId="294"/>
            <ac:spMk id="6" creationId="{56250280-FB05-037B-55A6-4EC27B4AE1FC}"/>
          </ac:spMkLst>
        </pc:spChg>
        <pc:spChg chg="mod">
          <ac:chgData name="Tavernier Marina" userId="S::marina.tavernier@aalto.fi::99002f19-34e9-4449-b9d5-6348f0e76359" providerId="AD" clId="Web-{C7D02CEA-AF4D-B4BD-FB19-7F2CB793521B}" dt="2026-05-19T15:06:10.261" v="6" actId="20577"/>
          <ac:spMkLst>
            <pc:docMk/>
            <pc:sldMk cId="1666662330" sldId="294"/>
            <ac:spMk id="14" creationId="{FC240333-218E-0E70-8706-0DE5CE92DA0B}"/>
          </ac:spMkLst>
        </pc:spChg>
        <pc:spChg chg="mod">
          <ac:chgData name="Tavernier Marina" userId="S::marina.tavernier@aalto.fi::99002f19-34e9-4449-b9d5-6348f0e76359" providerId="AD" clId="Web-{C7D02CEA-AF4D-B4BD-FB19-7F2CB793521B}" dt="2026-05-19T15:05:56.463" v="2" actId="1076"/>
          <ac:spMkLst>
            <pc:docMk/>
            <pc:sldMk cId="1666662330" sldId="294"/>
            <ac:spMk id="21" creationId="{3A05111C-15A0-BAB8-86B1-5F235A8D467B}"/>
          </ac:spMkLst>
        </pc:spChg>
      </pc:sldChg>
    </pc:docChg>
  </pc:docChgLst>
  <pc:docChgLst>
    <pc:chgData clId="Web-{38D9119E-253A-34EE-5978-A98C469D1044}"/>
    <pc:docChg chg="modSld">
      <pc:chgData name="" userId="" providerId="" clId="Web-{38D9119E-253A-34EE-5978-A98C469D1044}" dt="2026-04-21T08:12:42.277" v="1" actId="14100"/>
      <pc:docMkLst>
        <pc:docMk/>
      </pc:docMkLst>
      <pc:sldChg chg="modSp">
        <pc:chgData name="" userId="" providerId="" clId="Web-{38D9119E-253A-34EE-5978-A98C469D1044}" dt="2026-04-21T08:12:42.277" v="1" actId="14100"/>
        <pc:sldMkLst>
          <pc:docMk/>
          <pc:sldMk cId="0" sldId="256"/>
        </pc:sldMkLst>
        <pc:spChg chg="mod">
          <ac:chgData name="" userId="" providerId="" clId="Web-{38D9119E-253A-34EE-5978-A98C469D1044}" dt="2026-04-21T08:12:42.277" v="1" actId="14100"/>
          <ac:spMkLst>
            <pc:docMk/>
            <pc:sldMk cId="0" sldId="256"/>
            <ac:spMk id="56" creationId="{00000000-0000-0000-0000-000000000000}"/>
          </ac:spMkLst>
        </pc:spChg>
      </pc:sldChg>
    </pc:docChg>
  </pc:docChgLst>
  <pc:docChgLst>
    <pc:chgData name="Szewczyk Julia" userId="03b5815a-e36d-4e1d-aaab-c676b07874e2" providerId="ADAL" clId="{340E6D9A-A206-4DCF-BA3D-D7E838F28CAF}"/>
    <pc:docChg chg="undo custSel addSld delSld modSld sldOrd delMainMaster">
      <pc:chgData name="Szewczyk Julia" userId="03b5815a-e36d-4e1d-aaab-c676b07874e2" providerId="ADAL" clId="{340E6D9A-A206-4DCF-BA3D-D7E838F28CAF}" dt="2026-05-18T06:48:07.406" v="4514" actId="47"/>
      <pc:docMkLst>
        <pc:docMk/>
      </pc:docMkLst>
      <pc:sldChg chg="addSp modSp mod">
        <pc:chgData name="Szewczyk Julia" userId="03b5815a-e36d-4e1d-aaab-c676b07874e2" providerId="ADAL" clId="{340E6D9A-A206-4DCF-BA3D-D7E838F28CAF}" dt="2026-05-14T08:29:19.064" v="768" actId="404"/>
        <pc:sldMkLst>
          <pc:docMk/>
          <pc:sldMk cId="0" sldId="256"/>
        </pc:sldMkLst>
        <pc:spChg chg="add mod">
          <ac:chgData name="Szewczyk Julia" userId="03b5815a-e36d-4e1d-aaab-c676b07874e2" providerId="ADAL" clId="{340E6D9A-A206-4DCF-BA3D-D7E838F28CAF}" dt="2026-05-14T08:29:19.064" v="768" actId="404"/>
          <ac:spMkLst>
            <pc:docMk/>
            <pc:sldMk cId="0" sldId="256"/>
            <ac:spMk id="2" creationId="{DC6AB9D1-1312-5417-33E6-D4DF731C664C}"/>
          </ac:spMkLst>
        </pc:spChg>
        <pc:spChg chg="mod">
          <ac:chgData name="Szewczyk Julia" userId="03b5815a-e36d-4e1d-aaab-c676b07874e2" providerId="ADAL" clId="{340E6D9A-A206-4DCF-BA3D-D7E838F28CAF}" dt="2026-05-14T08:28:55.740" v="766" actId="1076"/>
          <ac:spMkLst>
            <pc:docMk/>
            <pc:sldMk cId="0" sldId="256"/>
            <ac:spMk id="3" creationId="{FA6C24B5-129A-9D61-07BF-38CE0E14357D}"/>
          </ac:spMkLst>
        </pc:spChg>
      </pc:sldChg>
      <pc:sldChg chg="addSp delSp modSp mod ord">
        <pc:chgData name="Szewczyk Julia" userId="03b5815a-e36d-4e1d-aaab-c676b07874e2" providerId="ADAL" clId="{340E6D9A-A206-4DCF-BA3D-D7E838F28CAF}" dt="2026-05-17T18:07:59.700" v="2377" actId="478"/>
        <pc:sldMkLst>
          <pc:docMk/>
          <pc:sldMk cId="0" sldId="260"/>
        </pc:sldMkLst>
        <pc:spChg chg="add mod">
          <ac:chgData name="Szewczyk Julia" userId="03b5815a-e36d-4e1d-aaab-c676b07874e2" providerId="ADAL" clId="{340E6D9A-A206-4DCF-BA3D-D7E838F28CAF}" dt="2026-05-17T18:07:56.724" v="2376" actId="1076"/>
          <ac:spMkLst>
            <pc:docMk/>
            <pc:sldMk cId="0" sldId="260"/>
            <ac:spMk id="2" creationId="{C61166C1-BF54-C24D-019A-F0AD62970BAD}"/>
          </ac:spMkLst>
        </pc:spChg>
        <pc:spChg chg="mod">
          <ac:chgData name="Szewczyk Julia" userId="03b5815a-e36d-4e1d-aaab-c676b07874e2" providerId="ADAL" clId="{340E6D9A-A206-4DCF-BA3D-D7E838F28CAF}" dt="2026-05-14T08:13:16.823" v="461" actId="1076"/>
          <ac:spMkLst>
            <pc:docMk/>
            <pc:sldMk cId="0" sldId="260"/>
            <ac:spMk id="4" creationId="{D5A1B572-D4DC-13E3-6DE5-AAC2CA1B8BD5}"/>
          </ac:spMkLst>
        </pc:spChg>
        <pc:spChg chg="add mod">
          <ac:chgData name="Szewczyk Julia" userId="03b5815a-e36d-4e1d-aaab-c676b07874e2" providerId="ADAL" clId="{340E6D9A-A206-4DCF-BA3D-D7E838F28CAF}" dt="2026-05-14T08:13:39.931" v="466" actId="1076"/>
          <ac:spMkLst>
            <pc:docMk/>
            <pc:sldMk cId="0" sldId="260"/>
            <ac:spMk id="5" creationId="{27F34009-AF1B-0FCA-A01E-621CDF2A347A}"/>
          </ac:spMkLst>
        </pc:spChg>
        <pc:spChg chg="add mod">
          <ac:chgData name="Szewczyk Julia" userId="03b5815a-e36d-4e1d-aaab-c676b07874e2" providerId="ADAL" clId="{340E6D9A-A206-4DCF-BA3D-D7E838F28CAF}" dt="2026-05-14T08:24:40.578" v="680" actId="1076"/>
          <ac:spMkLst>
            <pc:docMk/>
            <pc:sldMk cId="0" sldId="260"/>
            <ac:spMk id="6" creationId="{1EE2FF95-736D-3BAE-A6F1-5439892CF7CF}"/>
          </ac:spMkLst>
        </pc:spChg>
        <pc:spChg chg="add mod">
          <ac:chgData name="Szewczyk Julia" userId="03b5815a-e36d-4e1d-aaab-c676b07874e2" providerId="ADAL" clId="{340E6D9A-A206-4DCF-BA3D-D7E838F28CAF}" dt="2026-05-14T08:18:02.919" v="572" actId="1076"/>
          <ac:spMkLst>
            <pc:docMk/>
            <pc:sldMk cId="0" sldId="260"/>
            <ac:spMk id="7" creationId="{ED4F40DE-F4C1-C3CF-FE51-95F6245BB11E}"/>
          </ac:spMkLst>
        </pc:spChg>
        <pc:spChg chg="add mod">
          <ac:chgData name="Szewczyk Julia" userId="03b5815a-e36d-4e1d-aaab-c676b07874e2" providerId="ADAL" clId="{340E6D9A-A206-4DCF-BA3D-D7E838F28CAF}" dt="2026-05-14T08:20:37.537" v="593" actId="1076"/>
          <ac:spMkLst>
            <pc:docMk/>
            <pc:sldMk cId="0" sldId="260"/>
            <ac:spMk id="8" creationId="{C16969EE-B406-4937-4D2A-878867AE8C94}"/>
          </ac:spMkLst>
        </pc:spChg>
        <pc:spChg chg="add mod">
          <ac:chgData name="Szewczyk Julia" userId="03b5815a-e36d-4e1d-aaab-c676b07874e2" providerId="ADAL" clId="{340E6D9A-A206-4DCF-BA3D-D7E838F28CAF}" dt="2026-05-14T08:17:55.746" v="570" actId="1076"/>
          <ac:spMkLst>
            <pc:docMk/>
            <pc:sldMk cId="0" sldId="260"/>
            <ac:spMk id="15" creationId="{5F75BA41-565A-5A4E-B11E-4CE22897F439}"/>
          </ac:spMkLst>
        </pc:spChg>
        <pc:spChg chg="add mod">
          <ac:chgData name="Szewczyk Julia" userId="03b5815a-e36d-4e1d-aaab-c676b07874e2" providerId="ADAL" clId="{340E6D9A-A206-4DCF-BA3D-D7E838F28CAF}" dt="2026-05-14T08:24:56.236" v="684" actId="20577"/>
          <ac:spMkLst>
            <pc:docMk/>
            <pc:sldMk cId="0" sldId="260"/>
            <ac:spMk id="17" creationId="{D01165F5-2BD9-EA3C-35FB-7069D394EA92}"/>
          </ac:spMkLst>
        </pc:spChg>
        <pc:spChg chg="mod">
          <ac:chgData name="Szewczyk Julia" userId="03b5815a-e36d-4e1d-aaab-c676b07874e2" providerId="ADAL" clId="{340E6D9A-A206-4DCF-BA3D-D7E838F28CAF}" dt="2026-05-14T07:56:08.518" v="393" actId="14100"/>
          <ac:spMkLst>
            <pc:docMk/>
            <pc:sldMk cId="0" sldId="260"/>
            <ac:spMk id="316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4T07:56:09.845" v="394" actId="1076"/>
          <ac:spMkLst>
            <pc:docMk/>
            <pc:sldMk cId="0" sldId="260"/>
            <ac:spMk id="317" creationId="{00000000-0000-0000-0000-000000000000}"/>
          </ac:spMkLst>
        </pc:spChg>
        <pc:spChg chg="add del mod">
          <ac:chgData name="Szewczyk Julia" userId="03b5815a-e36d-4e1d-aaab-c676b07874e2" providerId="ADAL" clId="{340E6D9A-A206-4DCF-BA3D-D7E838F28CAF}" dt="2026-05-14T07:56:06.242" v="388" actId="1076"/>
          <ac:spMkLst>
            <pc:docMk/>
            <pc:sldMk cId="0" sldId="260"/>
            <ac:spMk id="318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4T07:53:15.134" v="323" actId="1076"/>
          <ac:spMkLst>
            <pc:docMk/>
            <pc:sldMk cId="0" sldId="260"/>
            <ac:spMk id="319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4T08:02:21.321" v="405" actId="1076"/>
          <ac:spMkLst>
            <pc:docMk/>
            <pc:sldMk cId="0" sldId="260"/>
            <ac:spMk id="321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4T07:56:05.533" v="386" actId="1076"/>
          <ac:spMkLst>
            <pc:docMk/>
            <pc:sldMk cId="0" sldId="260"/>
            <ac:spMk id="323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4T08:13:44.506" v="467" actId="1076"/>
          <ac:spMkLst>
            <pc:docMk/>
            <pc:sldMk cId="0" sldId="260"/>
            <ac:spMk id="364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4T08:20:30.909" v="592" actId="1076"/>
          <ac:spMkLst>
            <pc:docMk/>
            <pc:sldMk cId="0" sldId="260"/>
            <ac:spMk id="365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4T08:10:47.508" v="427" actId="1076"/>
          <ac:spMkLst>
            <pc:docMk/>
            <pc:sldMk cId="0" sldId="260"/>
            <ac:spMk id="367" creationId="{00000000-0000-0000-0000-000000000000}"/>
          </ac:spMkLst>
        </pc:spChg>
        <pc:grpChg chg="add mod">
          <ac:chgData name="Szewczyk Julia" userId="03b5815a-e36d-4e1d-aaab-c676b07874e2" providerId="ADAL" clId="{340E6D9A-A206-4DCF-BA3D-D7E838F28CAF}" dt="2026-05-14T08:24:49.812" v="683" actId="14100"/>
          <ac:grpSpMkLst>
            <pc:docMk/>
            <pc:sldMk cId="0" sldId="260"/>
            <ac:grpSpMk id="9" creationId="{BBE31A56-7D63-E240-1753-B920712FCCDA}"/>
          </ac:grpSpMkLst>
        </pc:grpChg>
        <pc:grpChg chg="mod">
          <ac:chgData name="Szewczyk Julia" userId="03b5815a-e36d-4e1d-aaab-c676b07874e2" providerId="ADAL" clId="{340E6D9A-A206-4DCF-BA3D-D7E838F28CAF}" dt="2026-05-14T08:20:17.661" v="588" actId="14100"/>
          <ac:grpSpMkLst>
            <pc:docMk/>
            <pc:sldMk cId="0" sldId="260"/>
            <ac:grpSpMk id="348" creationId="{00000000-0000-0000-0000-000000000000}"/>
          </ac:grpSpMkLst>
        </pc:grpChg>
        <pc:grpChg chg="mod">
          <ac:chgData name="Szewczyk Julia" userId="03b5815a-e36d-4e1d-aaab-c676b07874e2" providerId="ADAL" clId="{340E6D9A-A206-4DCF-BA3D-D7E838F28CAF}" dt="2026-05-14T07:56:05.838" v="387" actId="1076"/>
          <ac:grpSpMkLst>
            <pc:docMk/>
            <pc:sldMk cId="0" sldId="260"/>
            <ac:grpSpMk id="352" creationId="{00000000-0000-0000-0000-000000000000}"/>
          </ac:grpSpMkLst>
        </pc:grpChg>
        <pc:cxnChg chg="mod">
          <ac:chgData name="Szewczyk Julia" userId="03b5815a-e36d-4e1d-aaab-c676b07874e2" providerId="ADAL" clId="{340E6D9A-A206-4DCF-BA3D-D7E838F28CAF}" dt="2026-05-14T07:54:18.981" v="336"/>
          <ac:cxnSpMkLst>
            <pc:docMk/>
            <pc:sldMk cId="0" sldId="260"/>
            <ac:cxnSpMk id="10" creationId="{3A6FAEF1-9565-3C6F-1A64-8DCE5A9D9759}"/>
          </ac:cxnSpMkLst>
        </pc:cxnChg>
        <pc:cxnChg chg="mod">
          <ac:chgData name="Szewczyk Julia" userId="03b5815a-e36d-4e1d-aaab-c676b07874e2" providerId="ADAL" clId="{340E6D9A-A206-4DCF-BA3D-D7E838F28CAF}" dt="2026-05-14T07:54:18.981" v="336"/>
          <ac:cxnSpMkLst>
            <pc:docMk/>
            <pc:sldMk cId="0" sldId="260"/>
            <ac:cxnSpMk id="11" creationId="{C52EF995-2F6A-0CA3-EA2B-EA30582D959A}"/>
          </ac:cxnSpMkLst>
        </pc:cxnChg>
        <pc:cxnChg chg="add mod">
          <ac:chgData name="Szewczyk Julia" userId="03b5815a-e36d-4e1d-aaab-c676b07874e2" providerId="ADAL" clId="{340E6D9A-A206-4DCF-BA3D-D7E838F28CAF}" dt="2026-05-14T08:16:44.426" v="545" actId="1076"/>
          <ac:cxnSpMkLst>
            <pc:docMk/>
            <pc:sldMk cId="0" sldId="260"/>
            <ac:cxnSpMk id="16" creationId="{E6D3FFBF-88E2-B2B5-DBC1-B1AC481DDD50}"/>
          </ac:cxnSpMkLst>
        </pc:cxnChg>
        <pc:cxnChg chg="mod">
          <ac:chgData name="Szewczyk Julia" userId="03b5815a-e36d-4e1d-aaab-c676b07874e2" providerId="ADAL" clId="{340E6D9A-A206-4DCF-BA3D-D7E838F28CAF}" dt="2026-05-14T08:16:35.103" v="542" actId="1076"/>
          <ac:cxnSpMkLst>
            <pc:docMk/>
            <pc:sldMk cId="0" sldId="260"/>
            <ac:cxnSpMk id="356" creationId="{00000000-0000-0000-0000-000000000000}"/>
          </ac:cxnSpMkLst>
        </pc:cxnChg>
      </pc:sldChg>
      <pc:sldChg chg="addSp delSp modSp mod ord">
        <pc:chgData name="Szewczyk Julia" userId="03b5815a-e36d-4e1d-aaab-c676b07874e2" providerId="ADAL" clId="{340E6D9A-A206-4DCF-BA3D-D7E838F28CAF}" dt="2026-05-17T20:02:13.145" v="2900"/>
        <pc:sldMkLst>
          <pc:docMk/>
          <pc:sldMk cId="0" sldId="263"/>
        </pc:sldMkLst>
        <pc:spChg chg="mod">
          <ac:chgData name="Szewczyk Julia" userId="03b5815a-e36d-4e1d-aaab-c676b07874e2" providerId="ADAL" clId="{340E6D9A-A206-4DCF-BA3D-D7E838F28CAF}" dt="2026-05-16T09:32:49.167" v="1006" actId="1037"/>
          <ac:spMkLst>
            <pc:docMk/>
            <pc:sldMk cId="0" sldId="263"/>
            <ac:spMk id="415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32:49.167" v="1006" actId="1037"/>
          <ac:spMkLst>
            <pc:docMk/>
            <pc:sldMk cId="0" sldId="263"/>
            <ac:spMk id="417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32:49.167" v="1006" actId="1037"/>
          <ac:spMkLst>
            <pc:docMk/>
            <pc:sldMk cId="0" sldId="263"/>
            <ac:spMk id="418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32:49.167" v="1006" actId="1037"/>
          <ac:spMkLst>
            <pc:docMk/>
            <pc:sldMk cId="0" sldId="263"/>
            <ac:spMk id="419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32:49.167" v="1006" actId="1037"/>
          <ac:spMkLst>
            <pc:docMk/>
            <pc:sldMk cId="0" sldId="263"/>
            <ac:spMk id="422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19:49:11.945" v="2248" actId="1036"/>
          <ac:spMkLst>
            <pc:docMk/>
            <pc:sldMk cId="0" sldId="263"/>
            <ac:spMk id="424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19:49:22.148" v="2257" actId="1038"/>
          <ac:spMkLst>
            <pc:docMk/>
            <pc:sldMk cId="0" sldId="263"/>
            <ac:spMk id="425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29:54.867" v="919" actId="207"/>
          <ac:spMkLst>
            <pc:docMk/>
            <pc:sldMk cId="0" sldId="263"/>
            <ac:spMk id="426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35:32.199" v="1274" actId="14100"/>
          <ac:spMkLst>
            <pc:docMk/>
            <pc:sldMk cId="0" sldId="263"/>
            <ac:spMk id="427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35:41.747" v="1276" actId="1076"/>
          <ac:spMkLst>
            <pc:docMk/>
            <pc:sldMk cId="0" sldId="263"/>
            <ac:spMk id="429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37:17.518" v="1401" actId="113"/>
          <ac:spMkLst>
            <pc:docMk/>
            <pc:sldMk cId="0" sldId="263"/>
            <ac:spMk id="430" creationId="{00000000-0000-0000-0000-000000000000}"/>
          </ac:spMkLst>
        </pc:spChg>
        <pc:spChg chg="mod">
          <ac:chgData name="Szewczyk Julia" userId="03b5815a-e36d-4e1d-aaab-c676b07874e2" providerId="ADAL" clId="{340E6D9A-A206-4DCF-BA3D-D7E838F28CAF}" dt="2026-05-16T09:38:57.957" v="1530" actId="1076"/>
          <ac:spMkLst>
            <pc:docMk/>
            <pc:sldMk cId="0" sldId="263"/>
            <ac:spMk id="431" creationId="{00000000-0000-0000-0000-000000000000}"/>
          </ac:spMkLst>
        </pc:spChg>
        <pc:picChg chg="add mod">
          <ac:chgData name="Szewczyk Julia" userId="03b5815a-e36d-4e1d-aaab-c676b07874e2" providerId="ADAL" clId="{340E6D9A-A206-4DCF-BA3D-D7E838F28CAF}" dt="2026-05-16T09:32:38.147" v="993" actId="1035"/>
          <ac:picMkLst>
            <pc:docMk/>
            <pc:sldMk cId="0" sldId="263"/>
            <ac:picMk id="5" creationId="{0D2DA41F-6D3C-E972-E07A-440136C48451}"/>
          </ac:picMkLst>
        </pc:picChg>
        <pc:picChg chg="add mod">
          <ac:chgData name="Szewczyk Julia" userId="03b5815a-e36d-4e1d-aaab-c676b07874e2" providerId="ADAL" clId="{340E6D9A-A206-4DCF-BA3D-D7E838F28CAF}" dt="2026-05-16T09:32:24.905" v="985" actId="1037"/>
          <ac:picMkLst>
            <pc:docMk/>
            <pc:sldMk cId="0" sldId="263"/>
            <ac:picMk id="9" creationId="{5FD8BE85-99D7-58CB-4DFD-830E287A2E4E}"/>
          </ac:picMkLst>
        </pc:picChg>
        <pc:picChg chg="add mod modCrop">
          <ac:chgData name="Szewczyk Julia" userId="03b5815a-e36d-4e1d-aaab-c676b07874e2" providerId="ADAL" clId="{340E6D9A-A206-4DCF-BA3D-D7E838F28CAF}" dt="2026-05-16T09:32:31.222" v="990" actId="1038"/>
          <ac:picMkLst>
            <pc:docMk/>
            <pc:sldMk cId="0" sldId="263"/>
            <ac:picMk id="11" creationId="{6DC6D75C-A3B7-9953-FFD8-7B674820DF82}"/>
          </ac:picMkLst>
        </pc:picChg>
        <pc:picChg chg="add mod modCrop">
          <ac:chgData name="Szewczyk Julia" userId="03b5815a-e36d-4e1d-aaab-c676b07874e2" providerId="ADAL" clId="{340E6D9A-A206-4DCF-BA3D-D7E838F28CAF}" dt="2026-05-16T09:32:24.905" v="985" actId="1037"/>
          <ac:picMkLst>
            <pc:docMk/>
            <pc:sldMk cId="0" sldId="263"/>
            <ac:picMk id="13" creationId="{E51B3F84-AD3D-D3DC-B4AC-CDC0B2E70BEB}"/>
          </ac:picMkLst>
        </pc:picChg>
        <pc:cxnChg chg="mod">
          <ac:chgData name="Szewczyk Julia" userId="03b5815a-e36d-4e1d-aaab-c676b07874e2" providerId="ADAL" clId="{340E6D9A-A206-4DCF-BA3D-D7E838F28CAF}" dt="2026-05-16T09:32:57.639" v="1007" actId="14100"/>
          <ac:cxnSpMkLst>
            <pc:docMk/>
            <pc:sldMk cId="0" sldId="263"/>
            <ac:cxnSpMk id="447" creationId="{00000000-0000-0000-0000-000000000000}"/>
          </ac:cxnSpMkLst>
        </pc:cxnChg>
      </pc:sldChg>
      <pc:sldChg chg="addSp modSp mod">
        <pc:chgData name="Szewczyk Julia" userId="03b5815a-e36d-4e1d-aaab-c676b07874e2" providerId="ADAL" clId="{340E6D9A-A206-4DCF-BA3D-D7E838F28CAF}" dt="2026-05-14T07:45:50.070" v="118" actId="1076"/>
        <pc:sldMkLst>
          <pc:docMk/>
          <pc:sldMk cId="2348043164" sldId="289"/>
        </pc:sldMkLst>
        <pc:spChg chg="mod">
          <ac:chgData name="Szewczyk Julia" userId="03b5815a-e36d-4e1d-aaab-c676b07874e2" providerId="ADAL" clId="{340E6D9A-A206-4DCF-BA3D-D7E838F28CAF}" dt="2026-05-14T07:45:50.070" v="118" actId="1076"/>
          <ac:spMkLst>
            <pc:docMk/>
            <pc:sldMk cId="2348043164" sldId="289"/>
            <ac:spMk id="2" creationId="{851A5152-A441-5BD2-8B00-9DF48272AC80}"/>
          </ac:spMkLst>
        </pc:spChg>
        <pc:spChg chg="mod">
          <ac:chgData name="Szewczyk Julia" userId="03b5815a-e36d-4e1d-aaab-c676b07874e2" providerId="ADAL" clId="{340E6D9A-A206-4DCF-BA3D-D7E838F28CAF}" dt="2026-05-14T07:36:41.055" v="2" actId="207"/>
          <ac:spMkLst>
            <pc:docMk/>
            <pc:sldMk cId="2348043164" sldId="289"/>
            <ac:spMk id="10" creationId="{2A3A635E-132E-12B2-61D1-568F67081A07}"/>
          </ac:spMkLst>
        </pc:spChg>
        <pc:spChg chg="mod">
          <ac:chgData name="Szewczyk Julia" userId="03b5815a-e36d-4e1d-aaab-c676b07874e2" providerId="ADAL" clId="{340E6D9A-A206-4DCF-BA3D-D7E838F28CAF}" dt="2026-05-14T07:36:41.055" v="2" actId="207"/>
          <ac:spMkLst>
            <pc:docMk/>
            <pc:sldMk cId="2348043164" sldId="289"/>
            <ac:spMk id="11" creationId="{8F298F25-24F7-2CE3-2BCA-912BFB63594D}"/>
          </ac:spMkLst>
        </pc:spChg>
        <pc:spChg chg="mod">
          <ac:chgData name="Szewczyk Julia" userId="03b5815a-e36d-4e1d-aaab-c676b07874e2" providerId="ADAL" clId="{340E6D9A-A206-4DCF-BA3D-D7E838F28CAF}" dt="2026-05-14T07:38:12.173" v="5" actId="207"/>
          <ac:spMkLst>
            <pc:docMk/>
            <pc:sldMk cId="2348043164" sldId="289"/>
            <ac:spMk id="13" creationId="{4D60DCB1-3053-6000-F234-8EA34B5DE931}"/>
          </ac:spMkLst>
        </pc:spChg>
        <pc:spChg chg="mod">
          <ac:chgData name="Szewczyk Julia" userId="03b5815a-e36d-4e1d-aaab-c676b07874e2" providerId="ADAL" clId="{340E6D9A-A206-4DCF-BA3D-D7E838F28CAF}" dt="2026-05-14T07:38:12.173" v="5" actId="207"/>
          <ac:spMkLst>
            <pc:docMk/>
            <pc:sldMk cId="2348043164" sldId="289"/>
            <ac:spMk id="14" creationId="{6442AFDF-5D60-2FD6-DFB0-E9067C6736F9}"/>
          </ac:spMkLst>
        </pc:spChg>
        <pc:spChg chg="mod">
          <ac:chgData name="Szewczyk Julia" userId="03b5815a-e36d-4e1d-aaab-c676b07874e2" providerId="ADAL" clId="{340E6D9A-A206-4DCF-BA3D-D7E838F28CAF}" dt="2026-05-14T07:38:12.173" v="5" actId="207"/>
          <ac:spMkLst>
            <pc:docMk/>
            <pc:sldMk cId="2348043164" sldId="289"/>
            <ac:spMk id="15" creationId="{6CE72C0F-398A-DA41-21EB-AB8271B67B65}"/>
          </ac:spMkLst>
        </pc:spChg>
        <pc:spChg chg="add mod">
          <ac:chgData name="Szewczyk Julia" userId="03b5815a-e36d-4e1d-aaab-c676b07874e2" providerId="ADAL" clId="{340E6D9A-A206-4DCF-BA3D-D7E838F28CAF}" dt="2026-05-14T07:45:50.070" v="118" actId="1076"/>
          <ac:spMkLst>
            <pc:docMk/>
            <pc:sldMk cId="2348043164" sldId="289"/>
            <ac:spMk id="16" creationId="{FC92A467-6FB2-F071-0D14-B51DBBB2D59A}"/>
          </ac:spMkLst>
        </pc:spChg>
        <pc:spChg chg="mod">
          <ac:chgData name="Szewczyk Julia" userId="03b5815a-e36d-4e1d-aaab-c676b07874e2" providerId="ADAL" clId="{340E6D9A-A206-4DCF-BA3D-D7E838F28CAF}" dt="2026-05-14T07:39:04.062" v="9" actId="207"/>
          <ac:spMkLst>
            <pc:docMk/>
            <pc:sldMk cId="2348043164" sldId="289"/>
            <ac:spMk id="1605" creationId="{A9C2ED59-70DA-A790-148B-50D214AC170A}"/>
          </ac:spMkLst>
        </pc:spChg>
        <pc:grpChg chg="add mod">
          <ac:chgData name="Szewczyk Julia" userId="03b5815a-e36d-4e1d-aaab-c676b07874e2" providerId="ADAL" clId="{340E6D9A-A206-4DCF-BA3D-D7E838F28CAF}" dt="2026-05-14T07:45:50.070" v="118" actId="1076"/>
          <ac:grpSpMkLst>
            <pc:docMk/>
            <pc:sldMk cId="2348043164" sldId="289"/>
            <ac:grpSpMk id="9" creationId="{95EF4266-EA3E-7961-B03C-E88F5CE8B362}"/>
          </ac:grpSpMkLst>
        </pc:grpChg>
        <pc:grpChg chg="add mod">
          <ac:chgData name="Szewczyk Julia" userId="03b5815a-e36d-4e1d-aaab-c676b07874e2" providerId="ADAL" clId="{340E6D9A-A206-4DCF-BA3D-D7E838F28CAF}" dt="2026-05-14T07:45:50.070" v="118" actId="1076"/>
          <ac:grpSpMkLst>
            <pc:docMk/>
            <pc:sldMk cId="2348043164" sldId="289"/>
            <ac:grpSpMk id="12" creationId="{AD53829F-FC5C-3CE6-1989-2E83B223E852}"/>
          </ac:grpSpMkLst>
        </pc:grpChg>
        <pc:grpChg chg="mod">
          <ac:chgData name="Szewczyk Julia" userId="03b5815a-e36d-4e1d-aaab-c676b07874e2" providerId="ADAL" clId="{340E6D9A-A206-4DCF-BA3D-D7E838F28CAF}" dt="2026-05-14T07:45:50.070" v="118" actId="1076"/>
          <ac:grpSpMkLst>
            <pc:docMk/>
            <pc:sldMk cId="2348043164" sldId="289"/>
            <ac:grpSpMk id="1584" creationId="{D256F9CA-CC94-665E-4B85-9ECDD0354051}"/>
          </ac:grpSpMkLst>
        </pc:grpChg>
        <pc:grpChg chg="mod">
          <ac:chgData name="Szewczyk Julia" userId="03b5815a-e36d-4e1d-aaab-c676b07874e2" providerId="ADAL" clId="{340E6D9A-A206-4DCF-BA3D-D7E838F28CAF}" dt="2026-05-14T07:45:50.070" v="118" actId="1076"/>
          <ac:grpSpMkLst>
            <pc:docMk/>
            <pc:sldMk cId="2348043164" sldId="289"/>
            <ac:grpSpMk id="1590" creationId="{9E2734A6-512C-8670-3FD0-E4446E0FA1B1}"/>
          </ac:grpSpMkLst>
        </pc:grpChg>
        <pc:grpChg chg="mod">
          <ac:chgData name="Szewczyk Julia" userId="03b5815a-e36d-4e1d-aaab-c676b07874e2" providerId="ADAL" clId="{340E6D9A-A206-4DCF-BA3D-D7E838F28CAF}" dt="2026-05-14T07:45:50.070" v="118" actId="1076"/>
          <ac:grpSpMkLst>
            <pc:docMk/>
            <pc:sldMk cId="2348043164" sldId="289"/>
            <ac:grpSpMk id="1596" creationId="{F07E3A59-802F-5605-5BF9-AA85A73ABC6F}"/>
          </ac:grpSpMkLst>
        </pc:grpChg>
        <pc:grpChg chg="mod">
          <ac:chgData name="Szewczyk Julia" userId="03b5815a-e36d-4e1d-aaab-c676b07874e2" providerId="ADAL" clId="{340E6D9A-A206-4DCF-BA3D-D7E838F28CAF}" dt="2026-05-14T07:45:50.070" v="118" actId="1076"/>
          <ac:grpSpMkLst>
            <pc:docMk/>
            <pc:sldMk cId="2348043164" sldId="289"/>
            <ac:grpSpMk id="1602" creationId="{ED2BAE50-316F-7C8F-7D21-7E724114C941}"/>
          </ac:grpSpMkLst>
        </pc:grpChg>
        <pc:grpChg chg="mod">
          <ac:chgData name="Szewczyk Julia" userId="03b5815a-e36d-4e1d-aaab-c676b07874e2" providerId="ADAL" clId="{340E6D9A-A206-4DCF-BA3D-D7E838F28CAF}" dt="2026-05-14T07:45:50.070" v="118" actId="1076"/>
          <ac:grpSpMkLst>
            <pc:docMk/>
            <pc:sldMk cId="2348043164" sldId="289"/>
            <ac:grpSpMk id="1617" creationId="{730BEA66-5081-AA72-E246-5AC730B8CD26}"/>
          </ac:grpSpMkLst>
        </pc:grpChg>
        <pc:grpChg chg="mod">
          <ac:chgData name="Szewczyk Julia" userId="03b5815a-e36d-4e1d-aaab-c676b07874e2" providerId="ADAL" clId="{340E6D9A-A206-4DCF-BA3D-D7E838F28CAF}" dt="2026-05-14T07:45:50.070" v="118" actId="1076"/>
          <ac:grpSpMkLst>
            <pc:docMk/>
            <pc:sldMk cId="2348043164" sldId="289"/>
            <ac:grpSpMk id="1629" creationId="{B540D239-63F6-1807-134D-B2EE5C71F5A8}"/>
          </ac:grpSpMkLst>
        </pc:grpChg>
      </pc:sldChg>
      <pc:sldChg chg="addSp delSp modSp add mod ord">
        <pc:chgData name="Szewczyk Julia" userId="03b5815a-e36d-4e1d-aaab-c676b07874e2" providerId="ADAL" clId="{340E6D9A-A206-4DCF-BA3D-D7E838F28CAF}" dt="2026-05-14T07:45:14.369" v="117" actId="1076"/>
        <pc:sldMkLst>
          <pc:docMk/>
          <pc:sldMk cId="1211914852" sldId="292"/>
        </pc:sldMkLst>
        <pc:spChg chg="add mod">
          <ac:chgData name="Szewczyk Julia" userId="03b5815a-e36d-4e1d-aaab-c676b07874e2" providerId="ADAL" clId="{340E6D9A-A206-4DCF-BA3D-D7E838F28CAF}" dt="2026-05-14T07:45:09.032" v="116" actId="1076"/>
          <ac:spMkLst>
            <pc:docMk/>
            <pc:sldMk cId="1211914852" sldId="292"/>
            <ac:spMk id="2" creationId="{012E748B-7171-84B2-7512-2298C01A8943}"/>
          </ac:spMkLst>
        </pc:spChg>
        <pc:spChg chg="mod">
          <ac:chgData name="Szewczyk Julia" userId="03b5815a-e36d-4e1d-aaab-c676b07874e2" providerId="ADAL" clId="{340E6D9A-A206-4DCF-BA3D-D7E838F28CAF}" dt="2026-05-14T07:41:09.271" v="26" actId="1076"/>
          <ac:spMkLst>
            <pc:docMk/>
            <pc:sldMk cId="1211914852" sldId="292"/>
            <ac:spMk id="3" creationId="{61C018B7-0B08-F660-B616-9FC1B514AEC5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5" creationId="{C844330A-1A7E-6841-14CC-FD735938AC01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7" creationId="{E7F56805-EA0F-75DA-A6AC-832819DE83B0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20" creationId="{30EFB8D8-F1BE-3264-5245-61D5C0C4AF09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23" creationId="{765B75FE-AD84-3C41-BFC8-C5C7B2EC0272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34" creationId="{35A69124-9048-4126-0A9D-EA52FF4E4FF9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43" creationId="{C2EFBCE4-806B-24DD-68E9-65FD715B2927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59" creationId="{8C9F0E6D-467F-D5F3-E076-F06F6244D82E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1664" creationId="{69491C12-F716-062E-8355-B9699EF49B38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1667" creationId="{10EC35D8-7F41-D25B-038B-73AA0275A812}"/>
          </ac:spMkLst>
        </pc:spChg>
        <pc:spChg chg="mod">
          <ac:chgData name="Szewczyk Julia" userId="03b5815a-e36d-4e1d-aaab-c676b07874e2" providerId="ADAL" clId="{340E6D9A-A206-4DCF-BA3D-D7E838F28CAF}" dt="2026-05-14T07:43:15.277" v="105"/>
          <ac:spMkLst>
            <pc:docMk/>
            <pc:sldMk cId="1211914852" sldId="292"/>
            <ac:spMk id="1669" creationId="{46E63589-57FB-DBD9-DDBF-3F934481D59E}"/>
          </ac:spMkLst>
        </pc:spChg>
        <pc:grpChg chg="mod">
          <ac:chgData name="Szewczyk Julia" userId="03b5815a-e36d-4e1d-aaab-c676b07874e2" providerId="ADAL" clId="{340E6D9A-A206-4DCF-BA3D-D7E838F28CAF}" dt="2026-05-14T07:45:14.369" v="117" actId="1076"/>
          <ac:grpSpMkLst>
            <pc:docMk/>
            <pc:sldMk cId="1211914852" sldId="292"/>
            <ac:grpSpMk id="4" creationId="{0BE1EDD3-A649-8FA3-C54A-392D66B45CA6}"/>
          </ac:grpSpMkLst>
        </pc:grpChg>
      </pc:sldChg>
      <pc:sldChg chg="addSp delSp modSp add mod ord delAnim modAnim">
        <pc:chgData name="Szewczyk Julia" userId="03b5815a-e36d-4e1d-aaab-c676b07874e2" providerId="ADAL" clId="{340E6D9A-A206-4DCF-BA3D-D7E838F28CAF}" dt="2026-05-17T19:52:11.980" v="2880" actId="14100"/>
        <pc:sldMkLst>
          <pc:docMk/>
          <pc:sldMk cId="2356636408" sldId="293"/>
        </pc:sldMkLst>
        <pc:spChg chg="mod">
          <ac:chgData name="Szewczyk Julia" userId="03b5815a-e36d-4e1d-aaab-c676b07874e2" providerId="ADAL" clId="{340E6D9A-A206-4DCF-BA3D-D7E838F28CAF}" dt="2026-05-16T08:43:30.597" v="825" actId="1076"/>
          <ac:spMkLst>
            <pc:docMk/>
            <pc:sldMk cId="2356636408" sldId="293"/>
            <ac:spMk id="7" creationId="{0E9B500B-FC41-D0C3-44B7-A2E26E21E3D9}"/>
          </ac:spMkLst>
        </pc:spChg>
        <pc:spChg chg="mod">
          <ac:chgData name="Szewczyk Julia" userId="03b5815a-e36d-4e1d-aaab-c676b07874e2" providerId="ADAL" clId="{340E6D9A-A206-4DCF-BA3D-D7E838F28CAF}" dt="2026-05-16T08:43:40.991" v="827" actId="1076"/>
          <ac:spMkLst>
            <pc:docMk/>
            <pc:sldMk cId="2356636408" sldId="293"/>
            <ac:spMk id="8" creationId="{1859E073-8E75-5921-9F13-A4094A5F6820}"/>
          </ac:spMkLst>
        </pc:spChg>
        <pc:spChg chg="add mod">
          <ac:chgData name="Szewczyk Julia" userId="03b5815a-e36d-4e1d-aaab-c676b07874e2" providerId="ADAL" clId="{340E6D9A-A206-4DCF-BA3D-D7E838F28CAF}" dt="2026-05-16T08:44:32.702" v="836" actId="14100"/>
          <ac:spMkLst>
            <pc:docMk/>
            <pc:sldMk cId="2356636408" sldId="293"/>
            <ac:spMk id="9" creationId="{D1F93B65-9E0A-B932-6E2B-A0792A2A6ADC}"/>
          </ac:spMkLst>
        </pc:spChg>
        <pc:spChg chg="add mod">
          <ac:chgData name="Szewczyk Julia" userId="03b5815a-e36d-4e1d-aaab-c676b07874e2" providerId="ADAL" clId="{340E6D9A-A206-4DCF-BA3D-D7E838F28CAF}" dt="2026-05-16T08:43:12.683" v="821" actId="1076"/>
          <ac:spMkLst>
            <pc:docMk/>
            <pc:sldMk cId="2356636408" sldId="293"/>
            <ac:spMk id="10" creationId="{46ACB9EE-75BF-5435-DA61-C3574A65C475}"/>
          </ac:spMkLst>
        </pc:spChg>
        <pc:picChg chg="add mod modCrop">
          <ac:chgData name="Szewczyk Julia" userId="03b5815a-e36d-4e1d-aaab-c676b07874e2" providerId="ADAL" clId="{340E6D9A-A206-4DCF-BA3D-D7E838F28CAF}" dt="2026-05-17T19:52:11.980" v="2880" actId="14100"/>
          <ac:picMkLst>
            <pc:docMk/>
            <pc:sldMk cId="2356636408" sldId="293"/>
            <ac:picMk id="2" creationId="{416A4CF7-75E8-69EF-C5E3-8614C7B42F80}"/>
          </ac:picMkLst>
        </pc:picChg>
        <pc:picChg chg="add mod modCrop">
          <ac:chgData name="Szewczyk Julia" userId="03b5815a-e36d-4e1d-aaab-c676b07874e2" providerId="ADAL" clId="{340E6D9A-A206-4DCF-BA3D-D7E838F28CAF}" dt="2026-05-16T08:44:13.969" v="832" actId="208"/>
          <ac:picMkLst>
            <pc:docMk/>
            <pc:sldMk cId="2356636408" sldId="293"/>
            <ac:picMk id="6" creationId="{57562C8A-3529-C62B-D659-7516B2B41992}"/>
          </ac:picMkLst>
        </pc:picChg>
      </pc:sldChg>
      <pc:sldChg chg="addSp delSp modSp mod ord">
        <pc:chgData name="Szewczyk Julia" userId="03b5815a-e36d-4e1d-aaab-c676b07874e2" providerId="ADAL" clId="{340E6D9A-A206-4DCF-BA3D-D7E838F28CAF}" dt="2026-05-17T18:43:55.226" v="2815" actId="1076"/>
        <pc:sldMkLst>
          <pc:docMk/>
          <pc:sldMk cId="1666662330" sldId="294"/>
        </pc:sldMkLst>
        <pc:spChg chg="mod">
          <ac:chgData name="Szewczyk Julia" userId="03b5815a-e36d-4e1d-aaab-c676b07874e2" providerId="ADAL" clId="{340E6D9A-A206-4DCF-BA3D-D7E838F28CAF}" dt="2026-05-17T18:07:29.429" v="2370" actId="1076"/>
          <ac:spMkLst>
            <pc:docMk/>
            <pc:sldMk cId="1666662330" sldId="294"/>
            <ac:spMk id="4" creationId="{75EE164F-6142-F5B3-FA67-7502206E358F}"/>
          </ac:spMkLst>
        </pc:spChg>
        <pc:spChg chg="mod">
          <ac:chgData name="Szewczyk Julia" userId="03b5815a-e36d-4e1d-aaab-c676b07874e2" providerId="ADAL" clId="{340E6D9A-A206-4DCF-BA3D-D7E838F28CAF}" dt="2026-05-17T18:42:58.993" v="2790" actId="1076"/>
          <ac:spMkLst>
            <pc:docMk/>
            <pc:sldMk cId="1666662330" sldId="294"/>
            <ac:spMk id="6" creationId="{56250280-FB05-037B-55A6-4EC27B4AE1FC}"/>
          </ac:spMkLst>
        </pc:spChg>
        <pc:spChg chg="mod">
          <ac:chgData name="Szewczyk Julia" userId="03b5815a-e36d-4e1d-aaab-c676b07874e2" providerId="ADAL" clId="{340E6D9A-A206-4DCF-BA3D-D7E838F28CAF}" dt="2026-05-17T18:43:08.276" v="2808" actId="1076"/>
          <ac:spMkLst>
            <pc:docMk/>
            <pc:sldMk cId="1666662330" sldId="294"/>
            <ac:spMk id="7" creationId="{41E04DAE-4525-8465-B200-1ABEA94F7862}"/>
          </ac:spMkLst>
        </pc:spChg>
        <pc:spChg chg="mod">
          <ac:chgData name="Szewczyk Julia" userId="03b5815a-e36d-4e1d-aaab-c676b07874e2" providerId="ADAL" clId="{340E6D9A-A206-4DCF-BA3D-D7E838F28CAF}" dt="2026-05-17T18:43:04.523" v="2807" actId="1036"/>
          <ac:spMkLst>
            <pc:docMk/>
            <pc:sldMk cId="1666662330" sldId="294"/>
            <ac:spMk id="8" creationId="{BBD2ADBD-BDAF-A3C9-5E8B-7A3C282773C2}"/>
          </ac:spMkLst>
        </pc:spChg>
        <pc:spChg chg="mod">
          <ac:chgData name="Szewczyk Julia" userId="03b5815a-e36d-4e1d-aaab-c676b07874e2" providerId="ADAL" clId="{340E6D9A-A206-4DCF-BA3D-D7E838F28CAF}" dt="2026-05-17T18:43:34.849" v="2813" actId="14100"/>
          <ac:spMkLst>
            <pc:docMk/>
            <pc:sldMk cId="1666662330" sldId="294"/>
            <ac:spMk id="10" creationId="{2302AFA7-94D6-40E4-C510-FAF86AB055C1}"/>
          </ac:spMkLst>
        </pc:spChg>
        <pc:spChg chg="mod">
          <ac:chgData name="Szewczyk Julia" userId="03b5815a-e36d-4e1d-aaab-c676b07874e2" providerId="ADAL" clId="{340E6D9A-A206-4DCF-BA3D-D7E838F28CAF}" dt="2026-05-17T18:43:29.101" v="2811" actId="14100"/>
          <ac:spMkLst>
            <pc:docMk/>
            <pc:sldMk cId="1666662330" sldId="294"/>
            <ac:spMk id="11" creationId="{666EB012-256C-EB23-621E-52AA88440092}"/>
          </ac:spMkLst>
        </pc:spChg>
        <pc:spChg chg="mod">
          <ac:chgData name="Szewczyk Julia" userId="03b5815a-e36d-4e1d-aaab-c676b07874e2" providerId="ADAL" clId="{340E6D9A-A206-4DCF-BA3D-D7E838F28CAF}" dt="2026-05-17T18:42:54.507" v="2789" actId="1035"/>
          <ac:spMkLst>
            <pc:docMk/>
            <pc:sldMk cId="1666662330" sldId="294"/>
            <ac:spMk id="12" creationId="{609E476F-5C25-C6F1-48E1-BFE2CB26BBDE}"/>
          </ac:spMkLst>
        </pc:spChg>
        <pc:spChg chg="mod">
          <ac:chgData name="Szewczyk Julia" userId="03b5815a-e36d-4e1d-aaab-c676b07874e2" providerId="ADAL" clId="{340E6D9A-A206-4DCF-BA3D-D7E838F28CAF}" dt="2026-05-17T18:13:03.274" v="2453" actId="2711"/>
          <ac:spMkLst>
            <pc:docMk/>
            <pc:sldMk cId="1666662330" sldId="294"/>
            <ac:spMk id="13" creationId="{2424034A-C734-52C3-5F44-72C51554610E}"/>
          </ac:spMkLst>
        </pc:spChg>
        <pc:spChg chg="mod">
          <ac:chgData name="Szewczyk Julia" userId="03b5815a-e36d-4e1d-aaab-c676b07874e2" providerId="ADAL" clId="{340E6D9A-A206-4DCF-BA3D-D7E838F28CAF}" dt="2026-05-17T18:42:54.507" v="2789" actId="1035"/>
          <ac:spMkLst>
            <pc:docMk/>
            <pc:sldMk cId="1666662330" sldId="294"/>
            <ac:spMk id="14" creationId="{FC240333-218E-0E70-8706-0DE5CE92DA0B}"/>
          </ac:spMkLst>
        </pc:spChg>
        <pc:spChg chg="mod">
          <ac:chgData name="Szewczyk Julia" userId="03b5815a-e36d-4e1d-aaab-c676b07874e2" providerId="ADAL" clId="{340E6D9A-A206-4DCF-BA3D-D7E838F28CAF}" dt="2026-05-17T18:13:10.240" v="2454" actId="2711"/>
          <ac:spMkLst>
            <pc:docMk/>
            <pc:sldMk cId="1666662330" sldId="294"/>
            <ac:spMk id="15" creationId="{8AD6A6DE-9B4F-09AF-0683-B5A92FFF0C76}"/>
          </ac:spMkLst>
        </pc:spChg>
        <pc:spChg chg="mod">
          <ac:chgData name="Szewczyk Julia" userId="03b5815a-e36d-4e1d-aaab-c676b07874e2" providerId="ADAL" clId="{340E6D9A-A206-4DCF-BA3D-D7E838F28CAF}" dt="2026-05-17T18:43:25.862" v="2810" actId="1076"/>
          <ac:spMkLst>
            <pc:docMk/>
            <pc:sldMk cId="1666662330" sldId="294"/>
            <ac:spMk id="16" creationId="{A4C1ACC0-6B65-D018-E255-E3AA1D269B93}"/>
          </ac:spMkLst>
        </pc:spChg>
        <pc:spChg chg="mod">
          <ac:chgData name="Szewczyk Julia" userId="03b5815a-e36d-4e1d-aaab-c676b07874e2" providerId="ADAL" clId="{340E6D9A-A206-4DCF-BA3D-D7E838F28CAF}" dt="2026-05-17T18:43:55.226" v="2815" actId="1076"/>
          <ac:spMkLst>
            <pc:docMk/>
            <pc:sldMk cId="1666662330" sldId="294"/>
            <ac:spMk id="19" creationId="{2C4C7936-194F-B958-11A7-5D2CDC830427}"/>
          </ac:spMkLst>
        </pc:spChg>
        <pc:spChg chg="mod">
          <ac:chgData name="Szewczyk Julia" userId="03b5815a-e36d-4e1d-aaab-c676b07874e2" providerId="ADAL" clId="{340E6D9A-A206-4DCF-BA3D-D7E838F28CAF}" dt="2026-05-17T18:42:54.507" v="2789" actId="1035"/>
          <ac:spMkLst>
            <pc:docMk/>
            <pc:sldMk cId="1666662330" sldId="294"/>
            <ac:spMk id="21" creationId="{3A05111C-15A0-BAB8-86B1-5F235A8D467B}"/>
          </ac:spMkLst>
        </pc:spChg>
        <pc:spChg chg="mod">
          <ac:chgData name="Szewczyk Julia" userId="03b5815a-e36d-4e1d-aaab-c676b07874e2" providerId="ADAL" clId="{340E6D9A-A206-4DCF-BA3D-D7E838F28CAF}" dt="2026-05-17T18:43:51.056" v="2814" actId="1076"/>
          <ac:spMkLst>
            <pc:docMk/>
            <pc:sldMk cId="1666662330" sldId="294"/>
            <ac:spMk id="26" creationId="{EEC5AF56-80B9-3DA4-8F68-AC1BB8849FCB}"/>
          </ac:spMkLst>
        </pc:spChg>
      </pc:sldChg>
      <pc:sldChg chg="addSp delSp modSp add mod ord">
        <pc:chgData name="Szewczyk Julia" userId="03b5815a-e36d-4e1d-aaab-c676b07874e2" providerId="ADAL" clId="{340E6D9A-A206-4DCF-BA3D-D7E838F28CAF}" dt="2026-05-17T20:10:32.062" v="2907" actId="1037"/>
        <pc:sldMkLst>
          <pc:docMk/>
          <pc:sldMk cId="2992113062" sldId="297"/>
        </pc:sldMkLst>
        <pc:spChg chg="mod">
          <ac:chgData name="Szewczyk Julia" userId="03b5815a-e36d-4e1d-aaab-c676b07874e2" providerId="ADAL" clId="{340E6D9A-A206-4DCF-BA3D-D7E838F28CAF}" dt="2026-05-17T18:07:03.845" v="2365" actId="1076"/>
          <ac:spMkLst>
            <pc:docMk/>
            <pc:sldMk cId="2992113062" sldId="297"/>
            <ac:spMk id="2" creationId="{F2408026-2F51-0FCB-7215-A64D5D7E7F8C}"/>
          </ac:spMkLst>
        </pc:spChg>
        <pc:spChg chg="mod">
          <ac:chgData name="Szewczyk Julia" userId="03b5815a-e36d-4e1d-aaab-c676b07874e2" providerId="ADAL" clId="{340E6D9A-A206-4DCF-BA3D-D7E838F28CAF}" dt="2026-05-16T11:57:12.130" v="1925" actId="1076"/>
          <ac:spMkLst>
            <pc:docMk/>
            <pc:sldMk cId="2992113062" sldId="297"/>
            <ac:spMk id="3" creationId="{D0B38026-5FBE-703D-52CA-B41625879C6E}"/>
          </ac:spMkLst>
        </pc:spChg>
        <pc:spChg chg="mod ord">
          <ac:chgData name="Szewczyk Julia" userId="03b5815a-e36d-4e1d-aaab-c676b07874e2" providerId="ADAL" clId="{340E6D9A-A206-4DCF-BA3D-D7E838F28CAF}" dt="2026-05-16T12:10:39.463" v="2196" actId="1076"/>
          <ac:spMkLst>
            <pc:docMk/>
            <pc:sldMk cId="2992113062" sldId="297"/>
            <ac:spMk id="4" creationId="{6FA58B21-6B55-13BF-6C4E-FC830EB06613}"/>
          </ac:spMkLst>
        </pc:spChg>
        <pc:spChg chg="add mod ord">
          <ac:chgData name="Szewczyk Julia" userId="03b5815a-e36d-4e1d-aaab-c676b07874e2" providerId="ADAL" clId="{340E6D9A-A206-4DCF-BA3D-D7E838F28CAF}" dt="2026-05-16T12:29:09.019" v="2239" actId="14100"/>
          <ac:spMkLst>
            <pc:docMk/>
            <pc:sldMk cId="2992113062" sldId="297"/>
            <ac:spMk id="5" creationId="{1DCF9111-51AD-E09C-6440-F6DDF34F9B9C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7" creationId="{71954D71-788B-DEA5-DCA0-81A0BD9C59EF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8" creationId="{EF7E85A6-BC4E-5822-ACB6-3E3ECAB16324}"/>
          </ac:spMkLst>
        </pc:spChg>
        <pc:spChg chg="add mod">
          <ac:chgData name="Szewczyk Julia" userId="03b5815a-e36d-4e1d-aaab-c676b07874e2" providerId="ADAL" clId="{340E6D9A-A206-4DCF-BA3D-D7E838F28CAF}" dt="2026-05-16T12:28:29.660" v="2234" actId="1076"/>
          <ac:spMkLst>
            <pc:docMk/>
            <pc:sldMk cId="2992113062" sldId="297"/>
            <ac:spMk id="9" creationId="{2FB5E637-FF36-A7A6-F88F-065544253F6C}"/>
          </ac:spMkLst>
        </pc:spChg>
        <pc:spChg chg="mod">
          <ac:chgData name="Szewczyk Julia" userId="03b5815a-e36d-4e1d-aaab-c676b07874e2" providerId="ADAL" clId="{340E6D9A-A206-4DCF-BA3D-D7E838F28CAF}" dt="2026-05-17T18:07:19.223" v="2368" actId="14100"/>
          <ac:spMkLst>
            <pc:docMk/>
            <pc:sldMk cId="2992113062" sldId="297"/>
            <ac:spMk id="10" creationId="{0D0814B3-BF36-4B4B-FACA-63FB7D4FF7AA}"/>
          </ac:spMkLst>
        </pc:spChg>
        <pc:spChg chg="mod">
          <ac:chgData name="Szewczyk Julia" userId="03b5815a-e36d-4e1d-aaab-c676b07874e2" providerId="ADAL" clId="{340E6D9A-A206-4DCF-BA3D-D7E838F28CAF}" dt="2026-05-17T18:06:48.625" v="2363" actId="1076"/>
          <ac:spMkLst>
            <pc:docMk/>
            <pc:sldMk cId="2992113062" sldId="297"/>
            <ac:spMk id="13" creationId="{4ED144D5-EE0D-C7FB-4468-A64CFBFDEA30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14" creationId="{3993EFC3-B823-D994-1339-57808649B35F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15" creationId="{C6BDAEB0-DC03-3F4C-CFA8-2B53B9E00A64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16" creationId="{51C5C5AB-0ADC-2882-7998-4B5BFE3DFB73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17" creationId="{2F40B164-BE5C-FDFA-A8A7-D815EA44DB4E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19" creationId="{66525C68-56D2-5CD1-76DC-9C9A9A406CB2}"/>
          </ac:spMkLst>
        </pc:spChg>
        <pc:spChg chg="mod">
          <ac:chgData name="Szewczyk Julia" userId="03b5815a-e36d-4e1d-aaab-c676b07874e2" providerId="ADAL" clId="{340E6D9A-A206-4DCF-BA3D-D7E838F28CAF}" dt="2026-05-16T12:09:42.956" v="2183" actId="207"/>
          <ac:spMkLst>
            <pc:docMk/>
            <pc:sldMk cId="2992113062" sldId="297"/>
            <ac:spMk id="20" creationId="{288CBBD9-CCB6-B120-5AFE-C868AB155D71}"/>
          </ac:spMkLst>
        </pc:spChg>
        <pc:spChg chg="mod">
          <ac:chgData name="Szewczyk Julia" userId="03b5815a-e36d-4e1d-aaab-c676b07874e2" providerId="ADAL" clId="{340E6D9A-A206-4DCF-BA3D-D7E838F28CAF}" dt="2026-05-16T12:10:45.134" v="2197" actId="692"/>
          <ac:spMkLst>
            <pc:docMk/>
            <pc:sldMk cId="2992113062" sldId="297"/>
            <ac:spMk id="21" creationId="{4006939A-54D2-4177-D538-A4D7743FFCD2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22" creationId="{BAE644B0-8451-C222-845E-8E7CD1B944DB}"/>
          </ac:spMkLst>
        </pc:spChg>
        <pc:spChg chg="mod">
          <ac:chgData name="Szewczyk Julia" userId="03b5815a-e36d-4e1d-aaab-c676b07874e2" providerId="ADAL" clId="{340E6D9A-A206-4DCF-BA3D-D7E838F28CAF}" dt="2026-05-16T11:56:25.445" v="1918" actId="1076"/>
          <ac:spMkLst>
            <pc:docMk/>
            <pc:sldMk cId="2992113062" sldId="297"/>
            <ac:spMk id="24" creationId="{7EACF8D6-71E4-79FB-487D-DAFECC7C2334}"/>
          </ac:spMkLst>
        </pc:spChg>
        <pc:spChg chg="add mod">
          <ac:chgData name="Szewczyk Julia" userId="03b5815a-e36d-4e1d-aaab-c676b07874e2" providerId="ADAL" clId="{340E6D9A-A206-4DCF-BA3D-D7E838F28CAF}" dt="2026-05-16T12:09:28.607" v="2180" actId="1076"/>
          <ac:spMkLst>
            <pc:docMk/>
            <pc:sldMk cId="2992113062" sldId="297"/>
            <ac:spMk id="26" creationId="{F2216CAF-A2E2-FAEC-4483-B29EB4EC35EC}"/>
          </ac:spMkLst>
        </pc:spChg>
        <pc:picChg chg="mod">
          <ac:chgData name="Szewczyk Julia" userId="03b5815a-e36d-4e1d-aaab-c676b07874e2" providerId="ADAL" clId="{340E6D9A-A206-4DCF-BA3D-D7E838F28CAF}" dt="2026-05-17T20:10:32.062" v="2907" actId="1037"/>
          <ac:picMkLst>
            <pc:docMk/>
            <pc:sldMk cId="2992113062" sldId="297"/>
            <ac:picMk id="23" creationId="{7EE2A6B3-8F32-E2CD-4A05-1CC660175BC3}"/>
          </ac:picMkLst>
        </pc:picChg>
        <pc:cxnChg chg="mod">
          <ac:chgData name="Szewczyk Julia" userId="03b5815a-e36d-4e1d-aaab-c676b07874e2" providerId="ADAL" clId="{340E6D9A-A206-4DCF-BA3D-D7E838F28CAF}" dt="2026-05-16T12:28:49.108" v="2236" actId="14100"/>
          <ac:cxnSpMkLst>
            <pc:docMk/>
            <pc:sldMk cId="2992113062" sldId="297"/>
            <ac:cxnSpMk id="6" creationId="{6885B440-E178-DA11-05FA-2929B34F883C}"/>
          </ac:cxnSpMkLst>
        </pc:cxnChg>
      </pc:sldChg>
      <pc:sldChg chg="addSp delSp modSp add mod ord">
        <pc:chgData name="Szewczyk Julia" userId="03b5815a-e36d-4e1d-aaab-c676b07874e2" providerId="ADAL" clId="{340E6D9A-A206-4DCF-BA3D-D7E838F28CAF}" dt="2026-05-17T20:44:22.602" v="3457" actId="1038"/>
        <pc:sldMkLst>
          <pc:docMk/>
          <pc:sldMk cId="3393229728" sldId="298"/>
        </pc:sldMkLst>
        <pc:spChg chg="add mod">
          <ac:chgData name="Szewczyk Julia" userId="03b5815a-e36d-4e1d-aaab-c676b07874e2" providerId="ADAL" clId="{340E6D9A-A206-4DCF-BA3D-D7E838F28CAF}" dt="2026-05-17T18:06:30.864" v="2361" actId="1076"/>
          <ac:spMkLst>
            <pc:docMk/>
            <pc:sldMk cId="3393229728" sldId="298"/>
            <ac:spMk id="2" creationId="{B89F84D8-659C-83EF-C428-DC17039B4BEB}"/>
          </ac:spMkLst>
        </pc:spChg>
        <pc:spChg chg="mod">
          <ac:chgData name="Szewczyk Julia" userId="03b5815a-e36d-4e1d-aaab-c676b07874e2" providerId="ADAL" clId="{340E6D9A-A206-4DCF-BA3D-D7E838F28CAF}" dt="2026-05-17T17:58:23.069" v="2295" actId="207"/>
          <ac:spMkLst>
            <pc:docMk/>
            <pc:sldMk cId="3393229728" sldId="298"/>
            <ac:spMk id="3" creationId="{0308E0BE-282D-7437-8009-1D50482D4BC1}"/>
          </ac:spMkLst>
        </pc:spChg>
        <pc:spChg chg="mod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25" creationId="{C48B25E4-3463-DAE8-C269-7D9E77C048B5}"/>
          </ac:spMkLst>
        </pc:spChg>
        <pc:spChg chg="mod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28" creationId="{066999C4-B480-8FC7-1BE3-2791FE970D52}"/>
          </ac:spMkLst>
        </pc:spChg>
        <pc:spChg chg="mod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29" creationId="{E306A314-60A7-300C-A223-D193E4D27D2A}"/>
          </ac:spMkLst>
        </pc:spChg>
        <pc:spChg chg="mod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34" creationId="{41B3F061-084B-E935-0CFC-182099ACFFA8}"/>
          </ac:spMkLst>
        </pc:spChg>
        <pc:spChg chg="topLvl">
          <ac:chgData name="Szewczyk Julia" userId="03b5815a-e36d-4e1d-aaab-c676b07874e2" providerId="ADAL" clId="{340E6D9A-A206-4DCF-BA3D-D7E838F28CAF}" dt="2026-05-17T18:02:05.364" v="2309" actId="478"/>
          <ac:spMkLst>
            <pc:docMk/>
            <pc:sldMk cId="3393229728" sldId="298"/>
            <ac:spMk id="638" creationId="{7618BBDE-8F16-E4A5-42B3-50DC405FE5FD}"/>
          </ac:spMkLst>
        </pc:spChg>
        <pc:spChg chg="topLvl">
          <ac:chgData name="Szewczyk Julia" userId="03b5815a-e36d-4e1d-aaab-c676b07874e2" providerId="ADAL" clId="{340E6D9A-A206-4DCF-BA3D-D7E838F28CAF}" dt="2026-05-17T18:02:56.077" v="2317" actId="478"/>
          <ac:spMkLst>
            <pc:docMk/>
            <pc:sldMk cId="3393229728" sldId="298"/>
            <ac:spMk id="641" creationId="{148FE62A-52F3-5663-D5DF-CA076F2546CF}"/>
          </ac:spMkLst>
        </pc:spChg>
        <pc:spChg chg="mod topLvl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46" creationId="{956150EC-9FF1-5756-1E2C-2F4354BC8D1D}"/>
          </ac:spMkLst>
        </pc:spChg>
        <pc:spChg chg="mod topLvl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53" creationId="{8D93DB87-CA79-180A-EE7A-57E133D64BDA}"/>
          </ac:spMkLst>
        </pc:spChg>
        <pc:spChg chg="mod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61" creationId="{5A0DDD5F-7997-326C-5D67-423F64E45604}"/>
          </ac:spMkLst>
        </pc:spChg>
        <pc:spChg chg="mod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63" creationId="{A012DF55-7E5C-E9B4-A8B3-4785A1876096}"/>
          </ac:spMkLst>
        </pc:spChg>
        <pc:spChg chg="mod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68" creationId="{0C3EF590-E287-0CEE-FACA-69EB7BB69F8A}"/>
          </ac:spMkLst>
        </pc:spChg>
        <pc:spChg chg="mod">
          <ac:chgData name="Szewczyk Julia" userId="03b5815a-e36d-4e1d-aaab-c676b07874e2" providerId="ADAL" clId="{340E6D9A-A206-4DCF-BA3D-D7E838F28CAF}" dt="2026-05-17T20:44:22.602" v="3457" actId="1038"/>
          <ac:spMkLst>
            <pc:docMk/>
            <pc:sldMk cId="3393229728" sldId="298"/>
            <ac:spMk id="672" creationId="{45C64AC1-D58C-EF45-1B69-230B57E637A5}"/>
          </ac:spMkLst>
        </pc:spChg>
        <pc:spChg chg="mod">
          <ac:chgData name="Szewczyk Julia" userId="03b5815a-e36d-4e1d-aaab-c676b07874e2" providerId="ADAL" clId="{340E6D9A-A206-4DCF-BA3D-D7E838F28CAF}" dt="2026-05-17T20:36:03.868" v="3071" actId="1076"/>
          <ac:spMkLst>
            <pc:docMk/>
            <pc:sldMk cId="3393229728" sldId="298"/>
            <ac:spMk id="679" creationId="{EE1451A1-EB6B-5593-C50E-68F730A2B38B}"/>
          </ac:spMkLst>
        </pc:spChg>
        <pc:spChg chg="mod">
          <ac:chgData name="Szewczyk Julia" userId="03b5815a-e36d-4e1d-aaab-c676b07874e2" providerId="ADAL" clId="{340E6D9A-A206-4DCF-BA3D-D7E838F28CAF}" dt="2026-05-17T20:35:18.369" v="3004" actId="20577"/>
          <ac:spMkLst>
            <pc:docMk/>
            <pc:sldMk cId="3393229728" sldId="298"/>
            <ac:spMk id="680" creationId="{8AEB7F8E-0F01-205B-B3B3-F3E012A34FB2}"/>
          </ac:spMkLst>
        </pc:spChg>
        <pc:spChg chg="mod">
          <ac:chgData name="Szewczyk Julia" userId="03b5815a-e36d-4e1d-aaab-c676b07874e2" providerId="ADAL" clId="{340E6D9A-A206-4DCF-BA3D-D7E838F28CAF}" dt="2026-05-17T20:42:17.837" v="3308" actId="113"/>
          <ac:spMkLst>
            <pc:docMk/>
            <pc:sldMk cId="3393229728" sldId="298"/>
            <ac:spMk id="682" creationId="{D6305C3B-38AC-E00F-FAE3-C155B4A065FE}"/>
          </ac:spMkLst>
        </pc:spChg>
        <pc:spChg chg="mod">
          <ac:chgData name="Szewczyk Julia" userId="03b5815a-e36d-4e1d-aaab-c676b07874e2" providerId="ADAL" clId="{340E6D9A-A206-4DCF-BA3D-D7E838F28CAF}" dt="2026-05-17T20:42:10.319" v="3306" actId="1076"/>
          <ac:spMkLst>
            <pc:docMk/>
            <pc:sldMk cId="3393229728" sldId="298"/>
            <ac:spMk id="683" creationId="{C25BADB1-88E2-337A-B599-E2B0630D619B}"/>
          </ac:spMkLst>
        </pc:spChg>
        <pc:spChg chg="mod">
          <ac:chgData name="Szewczyk Julia" userId="03b5815a-e36d-4e1d-aaab-c676b07874e2" providerId="ADAL" clId="{340E6D9A-A206-4DCF-BA3D-D7E838F28CAF}" dt="2026-05-17T20:34:32.638" v="2990" actId="113"/>
          <ac:spMkLst>
            <pc:docMk/>
            <pc:sldMk cId="3393229728" sldId="298"/>
            <ac:spMk id="685" creationId="{8A195975-954F-4208-7C04-ED07EF7BF298}"/>
          </ac:spMkLst>
        </pc:spChg>
        <pc:spChg chg="mod">
          <ac:chgData name="Szewczyk Julia" userId="03b5815a-e36d-4e1d-aaab-c676b07874e2" providerId="ADAL" clId="{340E6D9A-A206-4DCF-BA3D-D7E838F28CAF}" dt="2026-05-17T20:34:25.680" v="2987" actId="1076"/>
          <ac:spMkLst>
            <pc:docMk/>
            <pc:sldMk cId="3393229728" sldId="298"/>
            <ac:spMk id="686" creationId="{D425B433-CE09-3763-9897-3318CA6795F2}"/>
          </ac:spMkLst>
        </pc:spChg>
        <pc:spChg chg="mod">
          <ac:chgData name="Szewczyk Julia" userId="03b5815a-e36d-4e1d-aaab-c676b07874e2" providerId="ADAL" clId="{340E6D9A-A206-4DCF-BA3D-D7E838F28CAF}" dt="2026-05-17T20:40:30.632" v="3188" actId="1076"/>
          <ac:spMkLst>
            <pc:docMk/>
            <pc:sldMk cId="3393229728" sldId="298"/>
            <ac:spMk id="688" creationId="{4E881301-1B56-ABCA-2891-3095BAB751B1}"/>
          </ac:spMkLst>
        </pc:spChg>
        <pc:spChg chg="mod">
          <ac:chgData name="Szewczyk Julia" userId="03b5815a-e36d-4e1d-aaab-c676b07874e2" providerId="ADAL" clId="{340E6D9A-A206-4DCF-BA3D-D7E838F28CAF}" dt="2026-05-17T20:39:52.325" v="3179" actId="1076"/>
          <ac:spMkLst>
            <pc:docMk/>
            <pc:sldMk cId="3393229728" sldId="298"/>
            <ac:spMk id="689" creationId="{1DA17A53-24CD-D0F8-5D1C-465D985FE23B}"/>
          </ac:spMkLst>
        </pc:spChg>
        <pc:spChg chg="mod">
          <ac:chgData name="Szewczyk Julia" userId="03b5815a-e36d-4e1d-aaab-c676b07874e2" providerId="ADAL" clId="{340E6D9A-A206-4DCF-BA3D-D7E838F28CAF}" dt="2026-05-17T20:43:47.673" v="3417" actId="113"/>
          <ac:spMkLst>
            <pc:docMk/>
            <pc:sldMk cId="3393229728" sldId="298"/>
            <ac:spMk id="691" creationId="{8F8AB833-A04F-B5BB-9F4A-8FEDC4D43669}"/>
          </ac:spMkLst>
        </pc:spChg>
        <pc:spChg chg="mod">
          <ac:chgData name="Szewczyk Julia" userId="03b5815a-e36d-4e1d-aaab-c676b07874e2" providerId="ADAL" clId="{340E6D9A-A206-4DCF-BA3D-D7E838F28CAF}" dt="2026-05-17T20:43:53.632" v="3418" actId="1076"/>
          <ac:spMkLst>
            <pc:docMk/>
            <pc:sldMk cId="3393229728" sldId="298"/>
            <ac:spMk id="692" creationId="{94AF78C2-C22F-471C-06F7-DF46EB205883}"/>
          </ac:spMkLst>
        </pc:spChg>
        <pc:grpChg chg="mod">
          <ac:chgData name="Szewczyk Julia" userId="03b5815a-e36d-4e1d-aaab-c676b07874e2" providerId="ADAL" clId="{340E6D9A-A206-4DCF-BA3D-D7E838F28CAF}" dt="2026-05-17T20:01:13.243" v="2898" actId="1036"/>
          <ac:grpSpMkLst>
            <pc:docMk/>
            <pc:sldMk cId="3393229728" sldId="298"/>
            <ac:grpSpMk id="690" creationId="{3A91D1C9-2028-39BC-2DD5-93B86E7439EC}"/>
          </ac:grpSpMkLst>
        </pc:grpChg>
      </pc:sldChg>
      <pc:sldChg chg="addSp delSp modSp add mod ord">
        <pc:chgData name="Szewczyk Julia" userId="03b5815a-e36d-4e1d-aaab-c676b07874e2" providerId="ADAL" clId="{340E6D9A-A206-4DCF-BA3D-D7E838F28CAF}" dt="2026-05-18T06:43:19.812" v="4484" actId="207"/>
        <pc:sldMkLst>
          <pc:docMk/>
          <pc:sldMk cId="1328139210" sldId="299"/>
        </pc:sldMkLst>
        <pc:spChg chg="add mod">
          <ac:chgData name="Szewczyk Julia" userId="03b5815a-e36d-4e1d-aaab-c676b07874e2" providerId="ADAL" clId="{340E6D9A-A206-4DCF-BA3D-D7E838F28CAF}" dt="2026-05-17T18:05:36.140" v="2355" actId="207"/>
          <ac:spMkLst>
            <pc:docMk/>
            <pc:sldMk cId="1328139210" sldId="299"/>
            <ac:spMk id="2" creationId="{A8FC6517-392D-7C66-401C-F122C83B19F5}"/>
          </ac:spMkLst>
        </pc:spChg>
        <pc:spChg chg="add mod">
          <ac:chgData name="Szewczyk Julia" userId="03b5815a-e36d-4e1d-aaab-c676b07874e2" providerId="ADAL" clId="{340E6D9A-A206-4DCF-BA3D-D7E838F28CAF}" dt="2026-05-18T06:40:34.624" v="4464" actId="207"/>
          <ac:spMkLst>
            <pc:docMk/>
            <pc:sldMk cId="1328139210" sldId="299"/>
            <ac:spMk id="13" creationId="{8E73FE0E-8087-41A0-3DD2-038164419216}"/>
          </ac:spMkLst>
        </pc:spChg>
        <pc:spChg chg="mod">
          <ac:chgData name="Szewczyk Julia" userId="03b5815a-e36d-4e1d-aaab-c676b07874e2" providerId="ADAL" clId="{340E6D9A-A206-4DCF-BA3D-D7E838F28CAF}" dt="2026-05-18T06:41:05.565" v="4471" actId="207"/>
          <ac:spMkLst>
            <pc:docMk/>
            <pc:sldMk cId="1328139210" sldId="299"/>
            <ac:spMk id="15" creationId="{DBFB51A6-CC5B-9046-C30A-D69B8809BD0A}"/>
          </ac:spMkLst>
        </pc:spChg>
        <pc:spChg chg="mod">
          <ac:chgData name="Szewczyk Julia" userId="03b5815a-e36d-4e1d-aaab-c676b07874e2" providerId="ADAL" clId="{340E6D9A-A206-4DCF-BA3D-D7E838F28CAF}" dt="2026-05-18T06:41:05.565" v="4471" actId="207"/>
          <ac:spMkLst>
            <pc:docMk/>
            <pc:sldMk cId="1328139210" sldId="299"/>
            <ac:spMk id="16" creationId="{D1730EB3-056D-07BB-99EA-DF2909C9887A}"/>
          </ac:spMkLst>
        </pc:spChg>
        <pc:spChg chg="mod">
          <ac:chgData name="Szewczyk Julia" userId="03b5815a-e36d-4e1d-aaab-c676b07874e2" providerId="ADAL" clId="{340E6D9A-A206-4DCF-BA3D-D7E838F28CAF}" dt="2026-05-18T06:41:45.317" v="4475" actId="207"/>
          <ac:spMkLst>
            <pc:docMk/>
            <pc:sldMk cId="1328139210" sldId="299"/>
            <ac:spMk id="18" creationId="{783DD8A6-DC31-7B71-5AED-F425AD288BC9}"/>
          </ac:spMkLst>
        </pc:spChg>
        <pc:spChg chg="mod">
          <ac:chgData name="Szewczyk Julia" userId="03b5815a-e36d-4e1d-aaab-c676b07874e2" providerId="ADAL" clId="{340E6D9A-A206-4DCF-BA3D-D7E838F28CAF}" dt="2026-05-18T06:41:45.317" v="4475" actId="207"/>
          <ac:spMkLst>
            <pc:docMk/>
            <pc:sldMk cId="1328139210" sldId="299"/>
            <ac:spMk id="19" creationId="{7B328590-45FF-4585-CE93-38235705A6B0}"/>
          </ac:spMkLst>
        </pc:spChg>
        <pc:spChg chg="mod">
          <ac:chgData name="Szewczyk Julia" userId="03b5815a-e36d-4e1d-aaab-c676b07874e2" providerId="ADAL" clId="{340E6D9A-A206-4DCF-BA3D-D7E838F28CAF}" dt="2026-05-18T06:41:45.317" v="4475" actId="207"/>
          <ac:spMkLst>
            <pc:docMk/>
            <pc:sldMk cId="1328139210" sldId="299"/>
            <ac:spMk id="20" creationId="{E46A9345-5D99-CE50-3F92-A564EC472781}"/>
          </ac:spMkLst>
        </pc:spChg>
        <pc:spChg chg="mod">
          <ac:chgData name="Szewczyk Julia" userId="03b5815a-e36d-4e1d-aaab-c676b07874e2" providerId="ADAL" clId="{340E6D9A-A206-4DCF-BA3D-D7E838F28CAF}" dt="2026-05-18T06:42:22.858" v="4480" actId="207"/>
          <ac:spMkLst>
            <pc:docMk/>
            <pc:sldMk cId="1328139210" sldId="299"/>
            <ac:spMk id="22" creationId="{0450070E-1E6D-DEE9-1E0A-BFF013105F3D}"/>
          </ac:spMkLst>
        </pc:spChg>
        <pc:spChg chg="mod">
          <ac:chgData name="Szewczyk Julia" userId="03b5815a-e36d-4e1d-aaab-c676b07874e2" providerId="ADAL" clId="{340E6D9A-A206-4DCF-BA3D-D7E838F28CAF}" dt="2026-05-18T06:42:22.858" v="4480" actId="207"/>
          <ac:spMkLst>
            <pc:docMk/>
            <pc:sldMk cId="1328139210" sldId="299"/>
            <ac:spMk id="23" creationId="{FA404317-6CC5-69DA-6E75-655BFCFD6B24}"/>
          </ac:spMkLst>
        </pc:spChg>
        <pc:spChg chg="mod">
          <ac:chgData name="Szewczyk Julia" userId="03b5815a-e36d-4e1d-aaab-c676b07874e2" providerId="ADAL" clId="{340E6D9A-A206-4DCF-BA3D-D7E838F28CAF}" dt="2026-05-18T06:42:22.858" v="4480" actId="207"/>
          <ac:spMkLst>
            <pc:docMk/>
            <pc:sldMk cId="1328139210" sldId="299"/>
            <ac:spMk id="24" creationId="{45DF90AB-FDCD-A8BA-706C-5C7CA6755519}"/>
          </ac:spMkLst>
        </pc:spChg>
        <pc:spChg chg="mod">
          <ac:chgData name="Szewczyk Julia" userId="03b5815a-e36d-4e1d-aaab-c676b07874e2" providerId="ADAL" clId="{340E6D9A-A206-4DCF-BA3D-D7E838F28CAF}" dt="2026-05-18T06:42:22.858" v="4480" actId="207"/>
          <ac:spMkLst>
            <pc:docMk/>
            <pc:sldMk cId="1328139210" sldId="299"/>
            <ac:spMk id="25" creationId="{5CF68B4F-78C0-23DA-E343-70A3C5F294FC}"/>
          </ac:spMkLst>
        </pc:spChg>
        <pc:spChg chg="mod">
          <ac:chgData name="Szewczyk Julia" userId="03b5815a-e36d-4e1d-aaab-c676b07874e2" providerId="ADAL" clId="{340E6D9A-A206-4DCF-BA3D-D7E838F28CAF}" dt="2026-05-18T06:42:22.858" v="4480" actId="207"/>
          <ac:spMkLst>
            <pc:docMk/>
            <pc:sldMk cId="1328139210" sldId="299"/>
            <ac:spMk id="26" creationId="{0F35785A-2377-5F28-268E-2EB3DF9D37D6}"/>
          </ac:spMkLst>
        </pc:spChg>
        <pc:spChg chg="mod">
          <ac:chgData name="Szewczyk Julia" userId="03b5815a-e36d-4e1d-aaab-c676b07874e2" providerId="ADAL" clId="{340E6D9A-A206-4DCF-BA3D-D7E838F28CAF}" dt="2026-05-18T06:43:19.812" v="4484" actId="207"/>
          <ac:spMkLst>
            <pc:docMk/>
            <pc:sldMk cId="1328139210" sldId="299"/>
            <ac:spMk id="28" creationId="{C809E8B5-C459-24C2-E346-1D22283A4AAD}"/>
          </ac:spMkLst>
        </pc:spChg>
        <pc:spChg chg="mod">
          <ac:chgData name="Szewczyk Julia" userId="03b5815a-e36d-4e1d-aaab-c676b07874e2" providerId="ADAL" clId="{340E6D9A-A206-4DCF-BA3D-D7E838F28CAF}" dt="2026-05-18T06:43:19.812" v="4484" actId="207"/>
          <ac:spMkLst>
            <pc:docMk/>
            <pc:sldMk cId="1328139210" sldId="299"/>
            <ac:spMk id="29" creationId="{A7B588C6-EE5E-E59B-69DF-A19E3AB8A902}"/>
          </ac:spMkLst>
        </pc:spChg>
        <pc:spChg chg="mod">
          <ac:chgData name="Szewczyk Julia" userId="03b5815a-e36d-4e1d-aaab-c676b07874e2" providerId="ADAL" clId="{340E6D9A-A206-4DCF-BA3D-D7E838F28CAF}" dt="2026-05-18T06:43:19.812" v="4484" actId="207"/>
          <ac:spMkLst>
            <pc:docMk/>
            <pc:sldMk cId="1328139210" sldId="299"/>
            <ac:spMk id="30" creationId="{7829C9D1-6CA8-506D-E485-75D6D0DA8277}"/>
          </ac:spMkLst>
        </pc:spChg>
        <pc:spChg chg="mod">
          <ac:chgData name="Szewczyk Julia" userId="03b5815a-e36d-4e1d-aaab-c676b07874e2" providerId="ADAL" clId="{340E6D9A-A206-4DCF-BA3D-D7E838F28CAF}" dt="2026-05-18T06:35:56.287" v="4283" actId="1076"/>
          <ac:spMkLst>
            <pc:docMk/>
            <pc:sldMk cId="1328139210" sldId="299"/>
            <ac:spMk id="1730" creationId="{CFC7511A-3DB9-FF48-32EC-685DA970E6D0}"/>
          </ac:spMkLst>
        </pc:spChg>
        <pc:spChg chg="mod">
          <ac:chgData name="Szewczyk Julia" userId="03b5815a-e36d-4e1d-aaab-c676b07874e2" providerId="ADAL" clId="{340E6D9A-A206-4DCF-BA3D-D7E838F28CAF}" dt="2026-05-18T06:40:50.818" v="4467" actId="1076"/>
          <ac:spMkLst>
            <pc:docMk/>
            <pc:sldMk cId="1328139210" sldId="299"/>
            <ac:spMk id="1731" creationId="{9BF53295-C7DC-B1A6-2151-AD6E658E5F8C}"/>
          </ac:spMkLst>
        </pc:spChg>
        <pc:spChg chg="mod">
          <ac:chgData name="Szewczyk Julia" userId="03b5815a-e36d-4e1d-aaab-c676b07874e2" providerId="ADAL" clId="{340E6D9A-A206-4DCF-BA3D-D7E838F28CAF}" dt="2026-05-17T21:04:10.488" v="3739" actId="207"/>
          <ac:spMkLst>
            <pc:docMk/>
            <pc:sldMk cId="1328139210" sldId="299"/>
            <ac:spMk id="1732" creationId="{13D3B641-3D12-28F9-1B79-8CF7D077A701}"/>
          </ac:spMkLst>
        </pc:spChg>
        <pc:spChg chg="mod topLvl">
          <ac:chgData name="Szewczyk Julia" userId="03b5815a-e36d-4e1d-aaab-c676b07874e2" providerId="ADAL" clId="{340E6D9A-A206-4DCF-BA3D-D7E838F28CAF}" dt="2026-05-17T21:03:38.225" v="3736" actId="207"/>
          <ac:spMkLst>
            <pc:docMk/>
            <pc:sldMk cId="1328139210" sldId="299"/>
            <ac:spMk id="1734" creationId="{FFFBCC7B-3037-8FD0-EA43-B561B117CE08}"/>
          </ac:spMkLst>
        </pc:spChg>
        <pc:spChg chg="mod topLvl">
          <ac:chgData name="Szewczyk Julia" userId="03b5815a-e36d-4e1d-aaab-c676b07874e2" providerId="ADAL" clId="{340E6D9A-A206-4DCF-BA3D-D7E838F28CAF}" dt="2026-05-17T21:03:20.067" v="3734" actId="207"/>
          <ac:spMkLst>
            <pc:docMk/>
            <pc:sldMk cId="1328139210" sldId="299"/>
            <ac:spMk id="1737" creationId="{DDED5E43-7A83-65F4-A331-03490B2D4C02}"/>
          </ac:spMkLst>
        </pc:spChg>
        <pc:spChg chg="mod topLvl">
          <ac:chgData name="Szewczyk Julia" userId="03b5815a-e36d-4e1d-aaab-c676b07874e2" providerId="ADAL" clId="{340E6D9A-A206-4DCF-BA3D-D7E838F28CAF}" dt="2026-05-17T21:03:05.522" v="3732" actId="207"/>
          <ac:spMkLst>
            <pc:docMk/>
            <pc:sldMk cId="1328139210" sldId="299"/>
            <ac:spMk id="1740" creationId="{92E7B94F-D894-13E2-D35A-6458EC4CDA87}"/>
          </ac:spMkLst>
        </pc:spChg>
        <pc:spChg chg="mod topLvl">
          <ac:chgData name="Szewczyk Julia" userId="03b5815a-e36d-4e1d-aaab-c676b07874e2" providerId="ADAL" clId="{340E6D9A-A206-4DCF-BA3D-D7E838F28CAF}" dt="2026-05-17T21:02:31.093" v="3728" actId="207"/>
          <ac:spMkLst>
            <pc:docMk/>
            <pc:sldMk cId="1328139210" sldId="299"/>
            <ac:spMk id="1743" creationId="{6577302F-E731-5FEC-8591-788ABDFBAF35}"/>
          </ac:spMkLst>
        </pc:spChg>
        <pc:spChg chg="mod topLvl">
          <ac:chgData name="Szewczyk Julia" userId="03b5815a-e36d-4e1d-aaab-c676b07874e2" providerId="ADAL" clId="{340E6D9A-A206-4DCF-BA3D-D7E838F28CAF}" dt="2026-05-17T21:02:50.609" v="3730" actId="207"/>
          <ac:spMkLst>
            <pc:docMk/>
            <pc:sldMk cId="1328139210" sldId="299"/>
            <ac:spMk id="1746" creationId="{83D62096-0FAB-1257-03C7-A2901B95D7A7}"/>
          </ac:spMkLst>
        </pc:spChg>
        <pc:spChg chg="mod">
          <ac:chgData name="Szewczyk Julia" userId="03b5815a-e36d-4e1d-aaab-c676b07874e2" providerId="ADAL" clId="{340E6D9A-A206-4DCF-BA3D-D7E838F28CAF}" dt="2026-05-18T06:35:51.068" v="4282" actId="1076"/>
          <ac:spMkLst>
            <pc:docMk/>
            <pc:sldMk cId="1328139210" sldId="299"/>
            <ac:spMk id="1749" creationId="{08CF91FD-DC40-415E-4302-8E576A5853F5}"/>
          </ac:spMkLst>
        </pc:spChg>
        <pc:spChg chg="mod">
          <ac:chgData name="Szewczyk Julia" userId="03b5815a-e36d-4e1d-aaab-c676b07874e2" providerId="ADAL" clId="{340E6D9A-A206-4DCF-BA3D-D7E838F28CAF}" dt="2026-05-18T06:27:53.898" v="3808" actId="1076"/>
          <ac:spMkLst>
            <pc:docMk/>
            <pc:sldMk cId="1328139210" sldId="299"/>
            <ac:spMk id="1750" creationId="{107D4DC1-BD28-71AC-2518-509AED6A8020}"/>
          </ac:spMkLst>
        </pc:spChg>
        <pc:spChg chg="mod">
          <ac:chgData name="Szewczyk Julia" userId="03b5815a-e36d-4e1d-aaab-c676b07874e2" providerId="ADAL" clId="{340E6D9A-A206-4DCF-BA3D-D7E838F28CAF}" dt="2026-05-18T06:36:43.844" v="4363" actId="1036"/>
          <ac:spMkLst>
            <pc:docMk/>
            <pc:sldMk cId="1328139210" sldId="299"/>
            <ac:spMk id="1752" creationId="{84854F9E-6E6F-63CE-3442-167638A873E4}"/>
          </ac:spMkLst>
        </pc:spChg>
        <pc:spChg chg="mod">
          <ac:chgData name="Szewczyk Julia" userId="03b5815a-e36d-4e1d-aaab-c676b07874e2" providerId="ADAL" clId="{340E6D9A-A206-4DCF-BA3D-D7E838F28CAF}" dt="2026-05-18T06:37:53.618" v="4454" actId="1036"/>
          <ac:spMkLst>
            <pc:docMk/>
            <pc:sldMk cId="1328139210" sldId="299"/>
            <ac:spMk id="1753" creationId="{9EAF8509-08E7-4080-131F-F1AA8139E2AE}"/>
          </ac:spMkLst>
        </pc:spChg>
        <pc:spChg chg="mod">
          <ac:chgData name="Szewczyk Julia" userId="03b5815a-e36d-4e1d-aaab-c676b07874e2" providerId="ADAL" clId="{340E6D9A-A206-4DCF-BA3D-D7E838F28CAF}" dt="2026-05-18T06:27:05.771" v="3762" actId="14100"/>
          <ac:spMkLst>
            <pc:docMk/>
            <pc:sldMk cId="1328139210" sldId="299"/>
            <ac:spMk id="1755" creationId="{38AE9E93-03AD-55FF-8C92-272A113C472A}"/>
          </ac:spMkLst>
        </pc:spChg>
        <pc:spChg chg="mod">
          <ac:chgData name="Szewczyk Julia" userId="03b5815a-e36d-4e1d-aaab-c676b07874e2" providerId="ADAL" clId="{340E6D9A-A206-4DCF-BA3D-D7E838F28CAF}" dt="2026-05-18T06:36:05.791" v="4284" actId="1076"/>
          <ac:spMkLst>
            <pc:docMk/>
            <pc:sldMk cId="1328139210" sldId="299"/>
            <ac:spMk id="1757" creationId="{2FE7FAB4-07F1-3CEB-5464-7A8CA30BAF6F}"/>
          </ac:spMkLst>
        </pc:spChg>
        <pc:spChg chg="mod">
          <ac:chgData name="Szewczyk Julia" userId="03b5815a-e36d-4e1d-aaab-c676b07874e2" providerId="ADAL" clId="{340E6D9A-A206-4DCF-BA3D-D7E838F28CAF}" dt="2026-05-18T06:36:33.264" v="4348" actId="1035"/>
          <ac:spMkLst>
            <pc:docMk/>
            <pc:sldMk cId="1328139210" sldId="299"/>
            <ac:spMk id="1758" creationId="{7AC79976-4D92-E36F-8F8D-B092BA0AFF95}"/>
          </ac:spMkLst>
        </pc:spChg>
        <pc:spChg chg="mod">
          <ac:chgData name="Szewczyk Julia" userId="03b5815a-e36d-4e1d-aaab-c676b07874e2" providerId="ADAL" clId="{340E6D9A-A206-4DCF-BA3D-D7E838F28CAF}" dt="2026-05-18T06:37:45.713" v="4441" actId="1076"/>
          <ac:spMkLst>
            <pc:docMk/>
            <pc:sldMk cId="1328139210" sldId="299"/>
            <ac:spMk id="1760" creationId="{E49BC72D-CEF1-D455-08FE-D1DAFD605D25}"/>
          </ac:spMkLst>
        </pc:spChg>
        <pc:spChg chg="mod">
          <ac:chgData name="Szewczyk Julia" userId="03b5815a-e36d-4e1d-aaab-c676b07874e2" providerId="ADAL" clId="{340E6D9A-A206-4DCF-BA3D-D7E838F28CAF}" dt="2026-05-18T06:37:59.652" v="4459" actId="1036"/>
          <ac:spMkLst>
            <pc:docMk/>
            <pc:sldMk cId="1328139210" sldId="299"/>
            <ac:spMk id="1761" creationId="{FE4242BA-0504-9A52-5FFF-6DF40F14A0A4}"/>
          </ac:spMkLst>
        </pc:spChg>
        <pc:grpChg chg="add mod">
          <ac:chgData name="Szewczyk Julia" userId="03b5815a-e36d-4e1d-aaab-c676b07874e2" providerId="ADAL" clId="{340E6D9A-A206-4DCF-BA3D-D7E838F28CAF}" dt="2026-05-18T06:41:05.565" v="4471" actId="207"/>
          <ac:grpSpMkLst>
            <pc:docMk/>
            <pc:sldMk cId="1328139210" sldId="299"/>
            <ac:grpSpMk id="14" creationId="{8E1E4E99-7DA0-3629-3D2F-2E782F19E227}"/>
          </ac:grpSpMkLst>
        </pc:grpChg>
        <pc:grpChg chg="add mod">
          <ac:chgData name="Szewczyk Julia" userId="03b5815a-e36d-4e1d-aaab-c676b07874e2" providerId="ADAL" clId="{340E6D9A-A206-4DCF-BA3D-D7E838F28CAF}" dt="2026-05-18T06:41:45.317" v="4475" actId="207"/>
          <ac:grpSpMkLst>
            <pc:docMk/>
            <pc:sldMk cId="1328139210" sldId="299"/>
            <ac:grpSpMk id="17" creationId="{AA3DCD2D-6D4C-DC7D-A0EF-7B95F8D00AEE}"/>
          </ac:grpSpMkLst>
        </pc:grpChg>
        <pc:grpChg chg="add mod">
          <ac:chgData name="Szewczyk Julia" userId="03b5815a-e36d-4e1d-aaab-c676b07874e2" providerId="ADAL" clId="{340E6D9A-A206-4DCF-BA3D-D7E838F28CAF}" dt="2026-05-18T06:42:22.858" v="4480" actId="207"/>
          <ac:grpSpMkLst>
            <pc:docMk/>
            <pc:sldMk cId="1328139210" sldId="299"/>
            <ac:grpSpMk id="21" creationId="{A2B44518-5369-6257-CD56-09B6B39758CC}"/>
          </ac:grpSpMkLst>
        </pc:grpChg>
        <pc:grpChg chg="add mod">
          <ac:chgData name="Szewczyk Julia" userId="03b5815a-e36d-4e1d-aaab-c676b07874e2" providerId="ADAL" clId="{340E6D9A-A206-4DCF-BA3D-D7E838F28CAF}" dt="2026-05-18T06:43:19.812" v="4484" actId="207"/>
          <ac:grpSpMkLst>
            <pc:docMk/>
            <pc:sldMk cId="1328139210" sldId="299"/>
            <ac:grpSpMk id="27" creationId="{7A7BD56E-4382-A8EB-DECC-71B1E537979C}"/>
          </ac:grpSpMkLst>
        </pc:grpChg>
        <pc:grpChg chg="mod">
          <ac:chgData name="Szewczyk Julia" userId="03b5815a-e36d-4e1d-aaab-c676b07874e2" providerId="ADAL" clId="{340E6D9A-A206-4DCF-BA3D-D7E838F28CAF}" dt="2026-05-18T06:31:31.430" v="4107" actId="1076"/>
          <ac:grpSpMkLst>
            <pc:docMk/>
            <pc:sldMk cId="1328139210" sldId="299"/>
            <ac:grpSpMk id="1748" creationId="{389C7F49-EBDB-02C4-5248-446C3DFA0F60}"/>
          </ac:grpSpMkLst>
        </pc:grpChg>
        <pc:grpChg chg="mod">
          <ac:chgData name="Szewczyk Julia" userId="03b5815a-e36d-4e1d-aaab-c676b07874e2" providerId="ADAL" clId="{340E6D9A-A206-4DCF-BA3D-D7E838F28CAF}" dt="2026-05-18T06:27:08.402" v="3763" actId="14100"/>
          <ac:grpSpMkLst>
            <pc:docMk/>
            <pc:sldMk cId="1328139210" sldId="299"/>
            <ac:grpSpMk id="1754" creationId="{3D8B1A01-F910-A7D8-09F0-E8C5E36A6678}"/>
          </ac:grpSpMkLst>
        </pc:grpChg>
        <pc:grpChg chg="mod">
          <ac:chgData name="Szewczyk Julia" userId="03b5815a-e36d-4e1d-aaab-c676b07874e2" providerId="ADAL" clId="{340E6D9A-A206-4DCF-BA3D-D7E838F28CAF}" dt="2026-05-18T06:36:59.670" v="4369" actId="1037"/>
          <ac:grpSpMkLst>
            <pc:docMk/>
            <pc:sldMk cId="1328139210" sldId="299"/>
            <ac:grpSpMk id="1756" creationId="{2A549E20-228A-BF21-244F-D23EF103798F}"/>
          </ac:grpSpMkLst>
        </pc:grpChg>
        <pc:cxnChg chg="mod">
          <ac:chgData name="Szewczyk Julia" userId="03b5815a-e36d-4e1d-aaab-c676b07874e2" providerId="ADAL" clId="{340E6D9A-A206-4DCF-BA3D-D7E838F28CAF}" dt="2026-05-18T06:35:56.287" v="4283" actId="1076"/>
          <ac:cxnSpMkLst>
            <pc:docMk/>
            <pc:sldMk cId="1328139210" sldId="299"/>
            <ac:cxnSpMk id="1729" creationId="{F677CF89-7041-B2EE-6113-A28561CE7EC9}"/>
          </ac:cxnSpMkLst>
        </pc:cxnChg>
        <pc:cxnChg chg="mod">
          <ac:chgData name="Szewczyk Julia" userId="03b5815a-e36d-4e1d-aaab-c676b07874e2" providerId="ADAL" clId="{340E6D9A-A206-4DCF-BA3D-D7E838F28CAF}" dt="2026-05-18T06:35:51.068" v="4282" actId="1076"/>
          <ac:cxnSpMkLst>
            <pc:docMk/>
            <pc:sldMk cId="1328139210" sldId="299"/>
            <ac:cxnSpMk id="1762" creationId="{321B1ED2-A0F3-CA9A-4A57-CA220778A06D}"/>
          </ac:cxnSpMkLst>
        </pc:cxnChg>
        <pc:cxnChg chg="mod">
          <ac:chgData name="Szewczyk Julia" userId="03b5815a-e36d-4e1d-aaab-c676b07874e2" providerId="ADAL" clId="{340E6D9A-A206-4DCF-BA3D-D7E838F28CAF}" dt="2026-05-18T06:36:54.346" v="4364" actId="14100"/>
          <ac:cxnSpMkLst>
            <pc:docMk/>
            <pc:sldMk cId="1328139210" sldId="299"/>
            <ac:cxnSpMk id="1763" creationId="{7CF0B2C7-80E6-5906-4E6C-6BF06190BEC2}"/>
          </ac:cxnSpMkLst>
        </pc:cxnChg>
        <pc:cxnChg chg="mod">
          <ac:chgData name="Szewczyk Julia" userId="03b5815a-e36d-4e1d-aaab-c676b07874e2" providerId="ADAL" clId="{340E6D9A-A206-4DCF-BA3D-D7E838F28CAF}" dt="2026-05-18T06:37:45.713" v="4441" actId="1076"/>
          <ac:cxnSpMkLst>
            <pc:docMk/>
            <pc:sldMk cId="1328139210" sldId="299"/>
            <ac:cxnSpMk id="1764" creationId="{6A32010E-B348-7F81-EB75-54FC94B124CB}"/>
          </ac:cxnSpMkLst>
        </pc:cxnChg>
        <pc:cxnChg chg="mod">
          <ac:chgData name="Szewczyk Julia" userId="03b5815a-e36d-4e1d-aaab-c676b07874e2" providerId="ADAL" clId="{340E6D9A-A206-4DCF-BA3D-D7E838F28CAF}" dt="2026-05-18T06:36:43.844" v="4363" actId="1036"/>
          <ac:cxnSpMkLst>
            <pc:docMk/>
            <pc:sldMk cId="1328139210" sldId="299"/>
            <ac:cxnSpMk id="1765" creationId="{7C84E729-58FD-8DA2-E4A0-A2BCA7D49D10}"/>
          </ac:cxnSpMkLst>
        </pc:cxnChg>
      </pc:sldChg>
      <pc:sldChg chg="addSp delSp modSp add mod ord">
        <pc:chgData name="Szewczyk Julia" userId="03b5815a-e36d-4e1d-aaab-c676b07874e2" providerId="ADAL" clId="{340E6D9A-A206-4DCF-BA3D-D7E838F28CAF}" dt="2026-05-17T20:57:29.810" v="3722" actId="207"/>
        <pc:sldMkLst>
          <pc:docMk/>
          <pc:sldMk cId="2841092890" sldId="301"/>
        </pc:sldMkLst>
        <pc:spChg chg="add mod">
          <ac:chgData name="Szewczyk Julia" userId="03b5815a-e36d-4e1d-aaab-c676b07874e2" providerId="ADAL" clId="{340E6D9A-A206-4DCF-BA3D-D7E838F28CAF}" dt="2026-05-17T18:16:10.934" v="2497" actId="207"/>
          <ac:spMkLst>
            <pc:docMk/>
            <pc:sldMk cId="2841092890" sldId="301"/>
            <ac:spMk id="2" creationId="{AFE5D1E1-2560-7108-9249-DBD0555DD961}"/>
          </ac:spMkLst>
        </pc:spChg>
        <pc:spChg chg="mod">
          <ac:chgData name="Szewczyk Julia" userId="03b5815a-e36d-4e1d-aaab-c676b07874e2" providerId="ADAL" clId="{340E6D9A-A206-4DCF-BA3D-D7E838F28CAF}" dt="2026-05-17T20:55:28.307" v="3708" actId="207"/>
          <ac:spMkLst>
            <pc:docMk/>
            <pc:sldMk cId="2841092890" sldId="301"/>
            <ac:spMk id="9" creationId="{C4AB43F9-36F3-56B1-E96F-E2B8E314F862}"/>
          </ac:spMkLst>
        </pc:spChg>
        <pc:spChg chg="mod">
          <ac:chgData name="Szewczyk Julia" userId="03b5815a-e36d-4e1d-aaab-c676b07874e2" providerId="ADAL" clId="{340E6D9A-A206-4DCF-BA3D-D7E838F28CAF}" dt="2026-05-17T20:55:28.307" v="3708" actId="207"/>
          <ac:spMkLst>
            <pc:docMk/>
            <pc:sldMk cId="2841092890" sldId="301"/>
            <ac:spMk id="10" creationId="{571177C3-0E27-7A42-51DE-27225441E283}"/>
          </ac:spMkLst>
        </pc:spChg>
        <pc:spChg chg="mod">
          <ac:chgData name="Szewczyk Julia" userId="03b5815a-e36d-4e1d-aaab-c676b07874e2" providerId="ADAL" clId="{340E6D9A-A206-4DCF-BA3D-D7E838F28CAF}" dt="2026-05-17T20:57:29.810" v="3722" actId="207"/>
          <ac:spMkLst>
            <pc:docMk/>
            <pc:sldMk cId="2841092890" sldId="301"/>
            <ac:spMk id="12" creationId="{88A36B96-7A6E-5E8E-B063-3C6DC09AF712}"/>
          </ac:spMkLst>
        </pc:spChg>
        <pc:spChg chg="mod">
          <ac:chgData name="Szewczyk Julia" userId="03b5815a-e36d-4e1d-aaab-c676b07874e2" providerId="ADAL" clId="{340E6D9A-A206-4DCF-BA3D-D7E838F28CAF}" dt="2026-05-17T20:57:29.810" v="3722" actId="207"/>
          <ac:spMkLst>
            <pc:docMk/>
            <pc:sldMk cId="2841092890" sldId="301"/>
            <ac:spMk id="13" creationId="{A468D62C-460A-49F4-BD7D-566EC21DF1E5}"/>
          </ac:spMkLst>
        </pc:spChg>
        <pc:spChg chg="mod">
          <ac:chgData name="Szewczyk Julia" userId="03b5815a-e36d-4e1d-aaab-c676b07874e2" providerId="ADAL" clId="{340E6D9A-A206-4DCF-BA3D-D7E838F28CAF}" dt="2026-05-17T20:57:29.810" v="3722" actId="207"/>
          <ac:spMkLst>
            <pc:docMk/>
            <pc:sldMk cId="2841092890" sldId="301"/>
            <ac:spMk id="14" creationId="{11B19427-1FDF-E41B-F0BA-C24E50AD664D}"/>
          </ac:spMkLst>
        </pc:spChg>
        <pc:spChg chg="mod">
          <ac:chgData name="Szewczyk Julia" userId="03b5815a-e36d-4e1d-aaab-c676b07874e2" providerId="ADAL" clId="{340E6D9A-A206-4DCF-BA3D-D7E838F28CAF}" dt="2026-05-17T20:57:11.841" v="3719" actId="207"/>
          <ac:spMkLst>
            <pc:docMk/>
            <pc:sldMk cId="2841092890" sldId="301"/>
            <ac:spMk id="16" creationId="{AD6E028C-FA90-749C-89D6-8D993959CBE3}"/>
          </ac:spMkLst>
        </pc:spChg>
        <pc:spChg chg="mod">
          <ac:chgData name="Szewczyk Julia" userId="03b5815a-e36d-4e1d-aaab-c676b07874e2" providerId="ADAL" clId="{340E6D9A-A206-4DCF-BA3D-D7E838F28CAF}" dt="2026-05-17T20:57:11.841" v="3719" actId="207"/>
          <ac:spMkLst>
            <pc:docMk/>
            <pc:sldMk cId="2841092890" sldId="301"/>
            <ac:spMk id="17" creationId="{144213FA-E9B2-A101-01CA-8C06654C50DF}"/>
          </ac:spMkLst>
        </pc:spChg>
        <pc:spChg chg="mod">
          <ac:chgData name="Szewczyk Julia" userId="03b5815a-e36d-4e1d-aaab-c676b07874e2" providerId="ADAL" clId="{340E6D9A-A206-4DCF-BA3D-D7E838F28CAF}" dt="2026-05-17T20:57:11.841" v="3719" actId="207"/>
          <ac:spMkLst>
            <pc:docMk/>
            <pc:sldMk cId="2841092890" sldId="301"/>
            <ac:spMk id="18" creationId="{4B4DD744-5056-34AB-C6E7-C71F75260C63}"/>
          </ac:spMkLst>
        </pc:spChg>
        <pc:spChg chg="mod">
          <ac:chgData name="Szewczyk Julia" userId="03b5815a-e36d-4e1d-aaab-c676b07874e2" providerId="ADAL" clId="{340E6D9A-A206-4DCF-BA3D-D7E838F28CAF}" dt="2026-05-17T20:57:11.841" v="3719" actId="207"/>
          <ac:spMkLst>
            <pc:docMk/>
            <pc:sldMk cId="2841092890" sldId="301"/>
            <ac:spMk id="19" creationId="{3DB4A205-7575-E143-F788-4771B4949752}"/>
          </ac:spMkLst>
        </pc:spChg>
        <pc:spChg chg="mod">
          <ac:chgData name="Szewczyk Julia" userId="03b5815a-e36d-4e1d-aaab-c676b07874e2" providerId="ADAL" clId="{340E6D9A-A206-4DCF-BA3D-D7E838F28CAF}" dt="2026-05-17T20:57:11.841" v="3719" actId="207"/>
          <ac:spMkLst>
            <pc:docMk/>
            <pc:sldMk cId="2841092890" sldId="301"/>
            <ac:spMk id="20" creationId="{29E44952-B97C-6C81-B99A-65C0FF04AA10}"/>
          </ac:spMkLst>
        </pc:spChg>
        <pc:spChg chg="mod">
          <ac:chgData name="Szewczyk Julia" userId="03b5815a-e36d-4e1d-aaab-c676b07874e2" providerId="ADAL" clId="{340E6D9A-A206-4DCF-BA3D-D7E838F28CAF}" dt="2026-05-17T20:57:11.841" v="3719" actId="207"/>
          <ac:spMkLst>
            <pc:docMk/>
            <pc:sldMk cId="2841092890" sldId="301"/>
            <ac:spMk id="21" creationId="{A7F64349-010C-4FA1-82B9-1E79301AB0C1}"/>
          </ac:spMkLst>
        </pc:spChg>
        <pc:spChg chg="mod">
          <ac:chgData name="Szewczyk Julia" userId="03b5815a-e36d-4e1d-aaab-c676b07874e2" providerId="ADAL" clId="{340E6D9A-A206-4DCF-BA3D-D7E838F28CAF}" dt="2026-05-17T20:57:11.841" v="3719" actId="207"/>
          <ac:spMkLst>
            <pc:docMk/>
            <pc:sldMk cId="2841092890" sldId="301"/>
            <ac:spMk id="22" creationId="{12E57ED8-333B-4E7E-F5E1-4DF6FDBFE0AC}"/>
          </ac:spMkLst>
        </pc:spChg>
        <pc:spChg chg="add del mod">
          <ac:chgData name="Szewczyk Julia" userId="03b5815a-e36d-4e1d-aaab-c676b07874e2" providerId="ADAL" clId="{340E6D9A-A206-4DCF-BA3D-D7E838F28CAF}" dt="2026-05-17T18:20:06.383" v="2653" actId="1038"/>
          <ac:spMkLst>
            <pc:docMk/>
            <pc:sldMk cId="2841092890" sldId="301"/>
            <ac:spMk id="1366" creationId="{2CCE1AB7-F428-212A-82FD-A335E72D5E8F}"/>
          </ac:spMkLst>
        </pc:spChg>
        <pc:spChg chg="mod">
          <ac:chgData name="Szewczyk Julia" userId="03b5815a-e36d-4e1d-aaab-c676b07874e2" providerId="ADAL" clId="{340E6D9A-A206-4DCF-BA3D-D7E838F28CAF}" dt="2026-05-17T18:20:06.383" v="2653" actId="1038"/>
          <ac:spMkLst>
            <pc:docMk/>
            <pc:sldMk cId="2841092890" sldId="301"/>
            <ac:spMk id="1367" creationId="{7C709AC8-DD14-CC4C-1B2F-E5E820C8B986}"/>
          </ac:spMkLst>
        </pc:spChg>
        <pc:spChg chg="mod">
          <ac:chgData name="Szewczyk Julia" userId="03b5815a-e36d-4e1d-aaab-c676b07874e2" providerId="ADAL" clId="{340E6D9A-A206-4DCF-BA3D-D7E838F28CAF}" dt="2026-05-17T18:20:06.383" v="2653" actId="1038"/>
          <ac:spMkLst>
            <pc:docMk/>
            <pc:sldMk cId="2841092890" sldId="301"/>
            <ac:spMk id="1370" creationId="{0E1A119C-4F54-DF49-45E3-57F2C18DB91C}"/>
          </ac:spMkLst>
        </pc:spChg>
        <pc:spChg chg="mod">
          <ac:chgData name="Szewczyk Julia" userId="03b5815a-e36d-4e1d-aaab-c676b07874e2" providerId="ADAL" clId="{340E6D9A-A206-4DCF-BA3D-D7E838F28CAF}" dt="2026-05-17T18:20:06.383" v="2653" actId="1038"/>
          <ac:spMkLst>
            <pc:docMk/>
            <pc:sldMk cId="2841092890" sldId="301"/>
            <ac:spMk id="1371" creationId="{5A3F16D1-586A-ABC0-66B4-5D7E8EF29820}"/>
          </ac:spMkLst>
        </pc:spChg>
        <pc:spChg chg="mod">
          <ac:chgData name="Szewczyk Julia" userId="03b5815a-e36d-4e1d-aaab-c676b07874e2" providerId="ADAL" clId="{340E6D9A-A206-4DCF-BA3D-D7E838F28CAF}" dt="2026-05-17T18:20:06.383" v="2653" actId="1038"/>
          <ac:spMkLst>
            <pc:docMk/>
            <pc:sldMk cId="2841092890" sldId="301"/>
            <ac:spMk id="1372" creationId="{F4581EC2-D9F5-D7F7-EB03-4C530FB0F238}"/>
          </ac:spMkLst>
        </pc:spChg>
        <pc:spChg chg="mod">
          <ac:chgData name="Szewczyk Julia" userId="03b5815a-e36d-4e1d-aaab-c676b07874e2" providerId="ADAL" clId="{340E6D9A-A206-4DCF-BA3D-D7E838F28CAF}" dt="2026-05-17T18:20:06.383" v="2653" actId="1038"/>
          <ac:spMkLst>
            <pc:docMk/>
            <pc:sldMk cId="2841092890" sldId="301"/>
            <ac:spMk id="1390" creationId="{FD74E607-B73C-0630-63C3-9DECEEA8ADF4}"/>
          </ac:spMkLst>
        </pc:spChg>
        <pc:spChg chg="add del">
          <ac:chgData name="Szewczyk Julia" userId="03b5815a-e36d-4e1d-aaab-c676b07874e2" providerId="ADAL" clId="{340E6D9A-A206-4DCF-BA3D-D7E838F28CAF}" dt="2026-05-17T18:16:34.689" v="2501" actId="478"/>
          <ac:spMkLst>
            <pc:docMk/>
            <pc:sldMk cId="2841092890" sldId="301"/>
            <ac:spMk id="1461" creationId="{775A1B3F-3269-185E-E47C-F72ED8AAEEBF}"/>
          </ac:spMkLst>
        </pc:spChg>
        <pc:spChg chg="mod">
          <ac:chgData name="Szewczyk Julia" userId="03b5815a-e36d-4e1d-aaab-c676b07874e2" providerId="ADAL" clId="{340E6D9A-A206-4DCF-BA3D-D7E838F28CAF}" dt="2026-05-17T20:56:37.124" v="3715" actId="1076"/>
          <ac:spMkLst>
            <pc:docMk/>
            <pc:sldMk cId="2841092890" sldId="301"/>
            <ac:spMk id="1509" creationId="{0E58267F-F1EE-4610-3096-34DF87982B4B}"/>
          </ac:spMkLst>
        </pc:spChg>
        <pc:spChg chg="mod">
          <ac:chgData name="Szewczyk Julia" userId="03b5815a-e36d-4e1d-aaab-c676b07874e2" providerId="ADAL" clId="{340E6D9A-A206-4DCF-BA3D-D7E838F28CAF}" dt="2026-05-17T18:20:06.383" v="2653" actId="1038"/>
          <ac:spMkLst>
            <pc:docMk/>
            <pc:sldMk cId="2841092890" sldId="301"/>
            <ac:spMk id="1510" creationId="{B502279D-C7B3-1001-79D2-CC0929FA3307}"/>
          </ac:spMkLst>
        </pc:spChg>
        <pc:spChg chg="mod">
          <ac:chgData name="Szewczyk Julia" userId="03b5815a-e36d-4e1d-aaab-c676b07874e2" providerId="ADAL" clId="{340E6D9A-A206-4DCF-BA3D-D7E838F28CAF}" dt="2026-05-17T18:20:06.383" v="2653" actId="1038"/>
          <ac:spMkLst>
            <pc:docMk/>
            <pc:sldMk cId="2841092890" sldId="301"/>
            <ac:spMk id="1511" creationId="{E3EC40B9-8E36-A3FA-1BDD-14E4AAC65D95}"/>
          </ac:spMkLst>
        </pc:spChg>
        <pc:spChg chg="mod">
          <ac:chgData name="Szewczyk Julia" userId="03b5815a-e36d-4e1d-aaab-c676b07874e2" providerId="ADAL" clId="{340E6D9A-A206-4DCF-BA3D-D7E838F28CAF}" dt="2026-05-17T20:53:52.840" v="3628" actId="1076"/>
          <ac:spMkLst>
            <pc:docMk/>
            <pc:sldMk cId="2841092890" sldId="301"/>
            <ac:spMk id="1514" creationId="{DE167A67-4C85-AC08-1FEA-989FBA8DD825}"/>
          </ac:spMkLst>
        </pc:spChg>
        <pc:spChg chg="mod">
          <ac:chgData name="Szewczyk Julia" userId="03b5815a-e36d-4e1d-aaab-c676b07874e2" providerId="ADAL" clId="{340E6D9A-A206-4DCF-BA3D-D7E838F28CAF}" dt="2026-05-17T20:53:16.499" v="3590" actId="1076"/>
          <ac:spMkLst>
            <pc:docMk/>
            <pc:sldMk cId="2841092890" sldId="301"/>
            <ac:spMk id="1516" creationId="{FB534E44-F6A9-B1EF-7782-45404420CEEB}"/>
          </ac:spMkLst>
        </pc:spChg>
        <pc:spChg chg="mod">
          <ac:chgData name="Szewczyk Julia" userId="03b5815a-e36d-4e1d-aaab-c676b07874e2" providerId="ADAL" clId="{340E6D9A-A206-4DCF-BA3D-D7E838F28CAF}" dt="2026-05-17T20:54:45.640" v="3701" actId="1076"/>
          <ac:spMkLst>
            <pc:docMk/>
            <pc:sldMk cId="2841092890" sldId="301"/>
            <ac:spMk id="1517" creationId="{2B7C293B-A448-7C31-55CF-D7DF6BD19A3E}"/>
          </ac:spMkLst>
        </pc:spChg>
        <pc:spChg chg="mod">
          <ac:chgData name="Szewczyk Julia" userId="03b5815a-e36d-4e1d-aaab-c676b07874e2" providerId="ADAL" clId="{340E6D9A-A206-4DCF-BA3D-D7E838F28CAF}" dt="2026-05-17T20:50:29.498" v="3470" actId="1076"/>
          <ac:spMkLst>
            <pc:docMk/>
            <pc:sldMk cId="2841092890" sldId="301"/>
            <ac:spMk id="1519" creationId="{520D7003-7167-624A-11A5-0EB5A8549954}"/>
          </ac:spMkLst>
        </pc:spChg>
        <pc:spChg chg="mod">
          <ac:chgData name="Szewczyk Julia" userId="03b5815a-e36d-4e1d-aaab-c676b07874e2" providerId="ADAL" clId="{340E6D9A-A206-4DCF-BA3D-D7E838F28CAF}" dt="2026-05-17T20:50:57.513" v="3485" actId="1076"/>
          <ac:spMkLst>
            <pc:docMk/>
            <pc:sldMk cId="2841092890" sldId="301"/>
            <ac:spMk id="1520" creationId="{FBAEDD9C-E03E-2254-D945-8068EBF59D87}"/>
          </ac:spMkLst>
        </pc:spChg>
        <pc:spChg chg="mod">
          <ac:chgData name="Szewczyk Julia" userId="03b5815a-e36d-4e1d-aaab-c676b07874e2" providerId="ADAL" clId="{340E6D9A-A206-4DCF-BA3D-D7E838F28CAF}" dt="2026-05-17T20:51:24.695" v="3496" actId="1076"/>
          <ac:spMkLst>
            <pc:docMk/>
            <pc:sldMk cId="2841092890" sldId="301"/>
            <ac:spMk id="1521" creationId="{E19B0E8A-70D8-4ABF-7381-F2F8706F058A}"/>
          </ac:spMkLst>
        </pc:spChg>
        <pc:grpChg chg="add mod">
          <ac:chgData name="Szewczyk Julia" userId="03b5815a-e36d-4e1d-aaab-c676b07874e2" providerId="ADAL" clId="{340E6D9A-A206-4DCF-BA3D-D7E838F28CAF}" dt="2026-05-17T20:55:37.219" v="3710" actId="1076"/>
          <ac:grpSpMkLst>
            <pc:docMk/>
            <pc:sldMk cId="2841092890" sldId="301"/>
            <ac:grpSpMk id="8" creationId="{705A8C4F-CC03-1545-9443-132FF4E33E73}"/>
          </ac:grpSpMkLst>
        </pc:grpChg>
        <pc:grpChg chg="add mod">
          <ac:chgData name="Szewczyk Julia" userId="03b5815a-e36d-4e1d-aaab-c676b07874e2" providerId="ADAL" clId="{340E6D9A-A206-4DCF-BA3D-D7E838F28CAF}" dt="2026-05-17T20:57:29.810" v="3722" actId="207"/>
          <ac:grpSpMkLst>
            <pc:docMk/>
            <pc:sldMk cId="2841092890" sldId="301"/>
            <ac:grpSpMk id="11" creationId="{04E50CC9-D554-44CD-182D-74588AA9490E}"/>
          </ac:grpSpMkLst>
        </pc:grpChg>
        <pc:grpChg chg="add mod">
          <ac:chgData name="Szewczyk Julia" userId="03b5815a-e36d-4e1d-aaab-c676b07874e2" providerId="ADAL" clId="{340E6D9A-A206-4DCF-BA3D-D7E838F28CAF}" dt="2026-05-17T20:57:11.841" v="3719" actId="207"/>
          <ac:grpSpMkLst>
            <pc:docMk/>
            <pc:sldMk cId="2841092890" sldId="301"/>
            <ac:grpSpMk id="15" creationId="{B1209F4B-1F1A-94DD-2B1E-79C5BDF82A9D}"/>
          </ac:grpSpMkLst>
        </pc:grpChg>
        <pc:grpChg chg="add del">
          <ac:chgData name="Szewczyk Julia" userId="03b5815a-e36d-4e1d-aaab-c676b07874e2" providerId="ADAL" clId="{340E6D9A-A206-4DCF-BA3D-D7E838F28CAF}" dt="2026-05-17T18:16:37.745" v="2503" actId="478"/>
          <ac:grpSpMkLst>
            <pc:docMk/>
            <pc:sldMk cId="2841092890" sldId="301"/>
            <ac:grpSpMk id="1410" creationId="{C3841FCF-487F-FA71-6864-F7166910DC17}"/>
          </ac:grpSpMkLst>
        </pc:grpChg>
        <pc:grpChg chg="mod">
          <ac:chgData name="Szewczyk Julia" userId="03b5815a-e36d-4e1d-aaab-c676b07874e2" providerId="ADAL" clId="{340E6D9A-A206-4DCF-BA3D-D7E838F28CAF}" dt="2026-05-17T18:19:56.302" v="2626" actId="1037"/>
          <ac:grpSpMkLst>
            <pc:docMk/>
            <pc:sldMk cId="2841092890" sldId="301"/>
            <ac:grpSpMk id="1458" creationId="{1DA98D17-19CC-70F5-EE01-035C1096D8AC}"/>
          </ac:grpSpMkLst>
        </pc:grpChg>
        <pc:picChg chg="add mod">
          <ac:chgData name="Szewczyk Julia" userId="03b5815a-e36d-4e1d-aaab-c676b07874e2" providerId="ADAL" clId="{340E6D9A-A206-4DCF-BA3D-D7E838F28CAF}" dt="2026-05-17T18:33:42.961" v="2741" actId="1076"/>
          <ac:picMkLst>
            <pc:docMk/>
            <pc:sldMk cId="2841092890" sldId="301"/>
            <ac:picMk id="7" creationId="{667F34C7-5B19-BE75-DDCF-3F3E4F3F1687}"/>
          </ac:picMkLst>
        </pc:picChg>
      </pc:sldChg>
    </pc:docChg>
  </pc:docChgLst>
  <pc:docChgLst>
    <pc:chgData name="Tavernier Marina" userId="99002f19-34e9-4449-b9d5-6348f0e76359" providerId="ADAL" clId="{CF2F265B-7C2D-44D2-87B1-FC56827F9729}"/>
    <pc:docChg chg="undo redo custSel addSld delSld modSld sldOrd">
      <pc:chgData name="Tavernier Marina" userId="99002f19-34e9-4449-b9d5-6348f0e76359" providerId="ADAL" clId="{CF2F265B-7C2D-44D2-87B1-FC56827F9729}" dt="2026-05-20T07:06:11.373" v="1749"/>
      <pc:docMkLst>
        <pc:docMk/>
      </pc:docMkLst>
      <pc:sldChg chg="del">
        <pc:chgData name="Tavernier Marina" userId="99002f19-34e9-4449-b9d5-6348f0e76359" providerId="ADAL" clId="{CF2F265B-7C2D-44D2-87B1-FC56827F9729}" dt="2026-05-19T18:40:52.450" v="1744" actId="47"/>
        <pc:sldMkLst>
          <pc:docMk/>
          <pc:sldMk cId="0" sldId="257"/>
        </pc:sldMkLst>
      </pc:sldChg>
      <pc:sldChg chg="modSp mod">
        <pc:chgData name="Tavernier Marina" userId="99002f19-34e9-4449-b9d5-6348f0e76359" providerId="ADAL" clId="{CF2F265B-7C2D-44D2-87B1-FC56827F9729}" dt="2026-05-17T10:21:06.566" v="1091" actId="255"/>
        <pc:sldMkLst>
          <pc:docMk/>
          <pc:sldMk cId="0" sldId="260"/>
        </pc:sldMkLst>
        <pc:spChg chg="mod">
          <ac:chgData name="Tavernier Marina" userId="99002f19-34e9-4449-b9d5-6348f0e76359" providerId="ADAL" clId="{CF2F265B-7C2D-44D2-87B1-FC56827F9729}" dt="2026-05-17T10:21:06.566" v="1091" actId="255"/>
          <ac:spMkLst>
            <pc:docMk/>
            <pc:sldMk cId="0" sldId="260"/>
            <ac:spMk id="17" creationId="{D01165F5-2BD9-EA3C-35FB-7069D394EA92}"/>
          </ac:spMkLst>
        </pc:spChg>
      </pc:sldChg>
      <pc:sldChg chg="modSp mod">
        <pc:chgData name="Tavernier Marina" userId="99002f19-34e9-4449-b9d5-6348f0e76359" providerId="ADAL" clId="{CF2F265B-7C2D-44D2-87B1-FC56827F9729}" dt="2026-05-15T10:12:05.915" v="658" actId="207"/>
        <pc:sldMkLst>
          <pc:docMk/>
          <pc:sldMk cId="0" sldId="263"/>
        </pc:sldMkLst>
        <pc:spChg chg="mod">
          <ac:chgData name="Tavernier Marina" userId="99002f19-34e9-4449-b9d5-6348f0e76359" providerId="ADAL" clId="{CF2F265B-7C2D-44D2-87B1-FC56827F9729}" dt="2026-05-15T10:12:05.915" v="658" actId="207"/>
          <ac:spMkLst>
            <pc:docMk/>
            <pc:sldMk cId="0" sldId="263"/>
            <ac:spMk id="4" creationId="{C451A15F-A157-FC8C-55DD-BB5F727849B3}"/>
          </ac:spMkLst>
        </pc:spChg>
      </pc:sldChg>
      <pc:sldChg chg="modSp mod">
        <pc:chgData name="Tavernier Marina" userId="99002f19-34e9-4449-b9d5-6348f0e76359" providerId="ADAL" clId="{CF2F265B-7C2D-44D2-87B1-FC56827F9729}" dt="2026-05-15T10:11:46.305" v="655" actId="1076"/>
        <pc:sldMkLst>
          <pc:docMk/>
          <pc:sldMk cId="2348043164" sldId="289"/>
        </pc:sldMkLst>
        <pc:spChg chg="mod">
          <ac:chgData name="Tavernier Marina" userId="99002f19-34e9-4449-b9d5-6348f0e76359" providerId="ADAL" clId="{CF2F265B-7C2D-44D2-87B1-FC56827F9729}" dt="2026-05-15T10:11:46.305" v="655" actId="1076"/>
          <ac:spMkLst>
            <pc:docMk/>
            <pc:sldMk cId="2348043164" sldId="289"/>
            <ac:spMk id="4" creationId="{4D4623C6-2E56-2E4E-8A4E-8EC1C7FE4D7D}"/>
          </ac:spMkLst>
        </pc:spChg>
      </pc:sldChg>
      <pc:sldChg chg="addSp delSp modSp mod delAnim modAnim">
        <pc:chgData name="Tavernier Marina" userId="99002f19-34e9-4449-b9d5-6348f0e76359" providerId="ADAL" clId="{CF2F265B-7C2D-44D2-87B1-FC56827F9729}" dt="2026-05-16T08:18:56.715" v="1089" actId="14100"/>
        <pc:sldMkLst>
          <pc:docMk/>
          <pc:sldMk cId="2356636408" sldId="293"/>
        </pc:sldMkLst>
      </pc:sldChg>
      <pc:sldChg chg="addSp delSp modSp mod ord">
        <pc:chgData name="Tavernier Marina" userId="99002f19-34e9-4449-b9d5-6348f0e76359" providerId="ADAL" clId="{CF2F265B-7C2D-44D2-87B1-FC56827F9729}" dt="2026-05-19T19:23:33.183" v="1748"/>
        <pc:sldMkLst>
          <pc:docMk/>
          <pc:sldMk cId="1666662330" sldId="294"/>
        </pc:sldMkLst>
        <pc:spChg chg="add">
          <ac:chgData name="Tavernier Marina" userId="99002f19-34e9-4449-b9d5-6348f0e76359" providerId="ADAL" clId="{CF2F265B-7C2D-44D2-87B1-FC56827F9729}" dt="2026-05-19T15:10:14.770" v="1125"/>
          <ac:spMkLst>
            <pc:docMk/>
            <pc:sldMk cId="1666662330" sldId="294"/>
            <ac:spMk id="3" creationId="{E425F9E6-7FEC-E46C-4015-97BC586CF3B5}"/>
          </ac:spMkLst>
        </pc:spChg>
        <pc:spChg chg="mod">
          <ac:chgData name="Tavernier Marina" userId="99002f19-34e9-4449-b9d5-6348f0e76359" providerId="ADAL" clId="{CF2F265B-7C2D-44D2-87B1-FC56827F9729}" dt="2026-05-19T17:00:55.544" v="1716" actId="1076"/>
          <ac:spMkLst>
            <pc:docMk/>
            <pc:sldMk cId="1666662330" sldId="294"/>
            <ac:spMk id="4" creationId="{75EE164F-6142-F5B3-FA67-7502206E358F}"/>
          </ac:spMkLst>
        </pc:spChg>
        <pc:spChg chg="add mod">
          <ac:chgData name="Tavernier Marina" userId="99002f19-34e9-4449-b9d5-6348f0e76359" providerId="ADAL" clId="{CF2F265B-7C2D-44D2-87B1-FC56827F9729}" dt="2026-05-19T17:00:18.328" v="1686" actId="1036"/>
          <ac:spMkLst>
            <pc:docMk/>
            <pc:sldMk cId="1666662330" sldId="294"/>
            <ac:spMk id="5" creationId="{1B02899D-2D57-F6C0-273D-5CD21D14C25F}"/>
          </ac:spMkLst>
        </pc:spChg>
        <pc:spChg chg="add">
          <ac:chgData name="Tavernier Marina" userId="99002f19-34e9-4449-b9d5-6348f0e76359" providerId="ADAL" clId="{CF2F265B-7C2D-44D2-87B1-FC56827F9729}" dt="2026-05-19T15:10:20.074" v="1126"/>
          <ac:spMkLst>
            <pc:docMk/>
            <pc:sldMk cId="1666662330" sldId="294"/>
            <ac:spMk id="5" creationId="{51DEDE82-8FF8-7BF3-AA81-C6F425B73E9D}"/>
          </ac:spMkLst>
        </pc:spChg>
        <pc:spChg chg="add mod">
          <ac:chgData name="Tavernier Marina" userId="99002f19-34e9-4449-b9d5-6348f0e76359" providerId="ADAL" clId="{CF2F265B-7C2D-44D2-87B1-FC56827F9729}" dt="2026-05-19T17:00:18.328" v="1686" actId="1036"/>
          <ac:spMkLst>
            <pc:docMk/>
            <pc:sldMk cId="1666662330" sldId="294"/>
            <ac:spMk id="6" creationId="{56250280-FB05-037B-55A6-4EC27B4AE1FC}"/>
          </ac:spMkLst>
        </pc:spChg>
        <pc:spChg chg="mod">
          <ac:chgData name="Tavernier Marina" userId="99002f19-34e9-4449-b9d5-6348f0e76359" providerId="ADAL" clId="{CF2F265B-7C2D-44D2-87B1-FC56827F9729}" dt="2026-05-19T17:01:02.097" v="1727" actId="1035"/>
          <ac:spMkLst>
            <pc:docMk/>
            <pc:sldMk cId="1666662330" sldId="294"/>
            <ac:spMk id="7" creationId="{41E04DAE-4525-8465-B200-1ABEA94F7862}"/>
          </ac:spMkLst>
        </pc:spChg>
        <pc:spChg chg="mod">
          <ac:chgData name="Tavernier Marina" userId="99002f19-34e9-4449-b9d5-6348f0e76359" providerId="ADAL" clId="{CF2F265B-7C2D-44D2-87B1-FC56827F9729}" dt="2026-05-19T17:01:02.097" v="1727" actId="1035"/>
          <ac:spMkLst>
            <pc:docMk/>
            <pc:sldMk cId="1666662330" sldId="294"/>
            <ac:spMk id="8" creationId="{BBD2ADBD-BDAF-A3C9-5E8B-7A3C282773C2}"/>
          </ac:spMkLst>
        </pc:spChg>
        <pc:spChg chg="del mod ord">
          <ac:chgData name="Tavernier Marina" userId="99002f19-34e9-4449-b9d5-6348f0e76359" providerId="ADAL" clId="{CF2F265B-7C2D-44D2-87B1-FC56827F9729}" dt="2026-05-19T17:01:44.871" v="1734" actId="478"/>
          <ac:spMkLst>
            <pc:docMk/>
            <pc:sldMk cId="1666662330" sldId="294"/>
            <ac:spMk id="9" creationId="{3245317D-B116-EBCB-5492-5A4E91649664}"/>
          </ac:spMkLst>
        </pc:spChg>
        <pc:spChg chg="add mod">
          <ac:chgData name="Tavernier Marina" userId="99002f19-34e9-4449-b9d5-6348f0e76359" providerId="ADAL" clId="{CF2F265B-7C2D-44D2-87B1-FC56827F9729}" dt="2026-05-19T17:00:31.273" v="1714" actId="1036"/>
          <ac:spMkLst>
            <pc:docMk/>
            <pc:sldMk cId="1666662330" sldId="294"/>
            <ac:spMk id="10" creationId="{2302AFA7-94D6-40E4-C510-FAF86AB055C1}"/>
          </ac:spMkLst>
        </pc:spChg>
        <pc:spChg chg="add mod">
          <ac:chgData name="Tavernier Marina" userId="99002f19-34e9-4449-b9d5-6348f0e76359" providerId="ADAL" clId="{CF2F265B-7C2D-44D2-87B1-FC56827F9729}" dt="2026-05-19T17:00:31.273" v="1714" actId="1036"/>
          <ac:spMkLst>
            <pc:docMk/>
            <pc:sldMk cId="1666662330" sldId="294"/>
            <ac:spMk id="11" creationId="{666EB012-256C-EB23-621E-52AA88440092}"/>
          </ac:spMkLst>
        </pc:spChg>
        <pc:spChg chg="mod">
          <ac:chgData name="Tavernier Marina" userId="99002f19-34e9-4449-b9d5-6348f0e76359" providerId="ADAL" clId="{CF2F265B-7C2D-44D2-87B1-FC56827F9729}" dt="2026-05-19T17:15:40.618" v="1739" actId="14100"/>
          <ac:spMkLst>
            <pc:docMk/>
            <pc:sldMk cId="1666662330" sldId="294"/>
            <ac:spMk id="12" creationId="{609E476F-5C25-C6F1-48E1-BFE2CB26BBDE}"/>
          </ac:spMkLst>
        </pc:spChg>
        <pc:spChg chg="add mod">
          <ac:chgData name="Tavernier Marina" userId="99002f19-34e9-4449-b9d5-6348f0e76359" providerId="ADAL" clId="{CF2F265B-7C2D-44D2-87B1-FC56827F9729}" dt="2026-05-19T17:00:31.273" v="1714" actId="1036"/>
          <ac:spMkLst>
            <pc:docMk/>
            <pc:sldMk cId="1666662330" sldId="294"/>
            <ac:spMk id="13" creationId="{2424034A-C734-52C3-5F44-72C51554610E}"/>
          </ac:spMkLst>
        </pc:spChg>
        <pc:spChg chg="mod">
          <ac:chgData name="Tavernier Marina" userId="99002f19-34e9-4449-b9d5-6348f0e76359" providerId="ADAL" clId="{CF2F265B-7C2D-44D2-87B1-FC56827F9729}" dt="2026-05-19T17:01:07.154" v="1729" actId="1035"/>
          <ac:spMkLst>
            <pc:docMk/>
            <pc:sldMk cId="1666662330" sldId="294"/>
            <ac:spMk id="14" creationId="{FC240333-218E-0E70-8706-0DE5CE92DA0B}"/>
          </ac:spMkLst>
        </pc:spChg>
        <pc:spChg chg="add mod">
          <ac:chgData name="Tavernier Marina" userId="99002f19-34e9-4449-b9d5-6348f0e76359" providerId="ADAL" clId="{CF2F265B-7C2D-44D2-87B1-FC56827F9729}" dt="2026-05-19T17:00:31.273" v="1714" actId="1036"/>
          <ac:spMkLst>
            <pc:docMk/>
            <pc:sldMk cId="1666662330" sldId="294"/>
            <ac:spMk id="15" creationId="{8AD6A6DE-9B4F-09AF-0683-B5A92FFF0C76}"/>
          </ac:spMkLst>
        </pc:spChg>
        <pc:spChg chg="add mod">
          <ac:chgData name="Tavernier Marina" userId="99002f19-34e9-4449-b9d5-6348f0e76359" providerId="ADAL" clId="{CF2F265B-7C2D-44D2-87B1-FC56827F9729}" dt="2026-05-19T17:00:31.273" v="1714" actId="1036"/>
          <ac:spMkLst>
            <pc:docMk/>
            <pc:sldMk cId="1666662330" sldId="294"/>
            <ac:spMk id="16" creationId="{A4C1ACC0-6B65-D018-E255-E3AA1D269B93}"/>
          </ac:spMkLst>
        </pc:spChg>
        <pc:spChg chg="add mod">
          <ac:chgData name="Tavernier Marina" userId="99002f19-34e9-4449-b9d5-6348f0e76359" providerId="ADAL" clId="{CF2F265B-7C2D-44D2-87B1-FC56827F9729}" dt="2026-05-19T17:00:31.273" v="1714" actId="1036"/>
          <ac:spMkLst>
            <pc:docMk/>
            <pc:sldMk cId="1666662330" sldId="294"/>
            <ac:spMk id="17" creationId="{0E143ADF-BDB3-AB5F-3AD4-9C9E86B933EE}"/>
          </ac:spMkLst>
        </pc:spChg>
        <pc:spChg chg="add mod">
          <ac:chgData name="Tavernier Marina" userId="99002f19-34e9-4449-b9d5-6348f0e76359" providerId="ADAL" clId="{CF2F265B-7C2D-44D2-87B1-FC56827F9729}" dt="2026-05-19T17:00:18.328" v="1686" actId="1036"/>
          <ac:spMkLst>
            <pc:docMk/>
            <pc:sldMk cId="1666662330" sldId="294"/>
            <ac:spMk id="18" creationId="{C0983C4D-31B3-8CE4-F445-16885AB84015}"/>
          </ac:spMkLst>
        </pc:spChg>
        <pc:spChg chg="add mod">
          <ac:chgData name="Tavernier Marina" userId="99002f19-34e9-4449-b9d5-6348f0e76359" providerId="ADAL" clId="{CF2F265B-7C2D-44D2-87B1-FC56827F9729}" dt="2026-05-19T17:00:31.273" v="1714" actId="1036"/>
          <ac:spMkLst>
            <pc:docMk/>
            <pc:sldMk cId="1666662330" sldId="294"/>
            <ac:spMk id="19" creationId="{2C4C7936-194F-B958-11A7-5D2CDC830427}"/>
          </ac:spMkLst>
        </pc:spChg>
        <pc:spChg chg="add mod">
          <ac:chgData name="Tavernier Marina" userId="99002f19-34e9-4449-b9d5-6348f0e76359" providerId="ADAL" clId="{CF2F265B-7C2D-44D2-87B1-FC56827F9729}" dt="2026-05-19T17:15:46.026" v="1740" actId="1076"/>
          <ac:spMkLst>
            <pc:docMk/>
            <pc:sldMk cId="1666662330" sldId="294"/>
            <ac:spMk id="21" creationId="{3A05111C-15A0-BAB8-86B1-5F235A8D467B}"/>
          </ac:spMkLst>
        </pc:spChg>
        <pc:spChg chg="add del mod">
          <ac:chgData name="Tavernier Marina" userId="99002f19-34e9-4449-b9d5-6348f0e76359" providerId="ADAL" clId="{CF2F265B-7C2D-44D2-87B1-FC56827F9729}" dt="2026-05-19T16:54:00.881" v="1410" actId="478"/>
          <ac:spMkLst>
            <pc:docMk/>
            <pc:sldMk cId="1666662330" sldId="294"/>
            <ac:spMk id="22" creationId="{BEB1BEFC-268A-028A-AD09-C25F5F48E2DC}"/>
          </ac:spMkLst>
        </pc:spChg>
        <pc:spChg chg="add mod">
          <ac:chgData name="Tavernier Marina" userId="99002f19-34e9-4449-b9d5-6348f0e76359" providerId="ADAL" clId="{CF2F265B-7C2D-44D2-87B1-FC56827F9729}" dt="2026-05-19T17:00:18.328" v="1686" actId="1036"/>
          <ac:spMkLst>
            <pc:docMk/>
            <pc:sldMk cId="1666662330" sldId="294"/>
            <ac:spMk id="24" creationId="{BA4AAEF9-9E89-85A8-B517-080DB2536122}"/>
          </ac:spMkLst>
        </pc:spChg>
        <pc:spChg chg="add mod">
          <ac:chgData name="Tavernier Marina" userId="99002f19-34e9-4449-b9d5-6348f0e76359" providerId="ADAL" clId="{CF2F265B-7C2D-44D2-87B1-FC56827F9729}" dt="2026-05-19T17:00:46.977" v="1715" actId="14100"/>
          <ac:spMkLst>
            <pc:docMk/>
            <pc:sldMk cId="1666662330" sldId="294"/>
            <ac:spMk id="26" creationId="{EEC5AF56-80B9-3DA4-8F68-AC1BB8849FCB}"/>
          </ac:spMkLst>
        </pc:spChg>
        <pc:spChg chg="add mod">
          <ac:chgData name="Tavernier Marina" userId="99002f19-34e9-4449-b9d5-6348f0e76359" providerId="ADAL" clId="{CF2F265B-7C2D-44D2-87B1-FC56827F9729}" dt="2026-05-19T17:00:18.328" v="1686" actId="1036"/>
          <ac:spMkLst>
            <pc:docMk/>
            <pc:sldMk cId="1666662330" sldId="294"/>
            <ac:spMk id="27" creationId="{B6DB6322-271E-2C11-3E47-042FBD3052AE}"/>
          </ac:spMkLst>
        </pc:spChg>
        <pc:spChg chg="add mod">
          <ac:chgData name="Tavernier Marina" userId="99002f19-34e9-4449-b9d5-6348f0e76359" providerId="ADAL" clId="{CF2F265B-7C2D-44D2-87B1-FC56827F9729}" dt="2026-05-19T17:00:18.328" v="1686" actId="1036"/>
          <ac:spMkLst>
            <pc:docMk/>
            <pc:sldMk cId="1666662330" sldId="294"/>
            <ac:spMk id="29" creationId="{24826147-44AE-15C1-0F4F-BA9AB2940ED0}"/>
          </ac:spMkLst>
        </pc:spChg>
        <pc:spChg chg="add mod">
          <ac:chgData name="Tavernier Marina" userId="99002f19-34e9-4449-b9d5-6348f0e76359" providerId="ADAL" clId="{CF2F265B-7C2D-44D2-87B1-FC56827F9729}" dt="2026-05-19T17:00:18.328" v="1686" actId="1036"/>
          <ac:spMkLst>
            <pc:docMk/>
            <pc:sldMk cId="1666662330" sldId="294"/>
            <ac:spMk id="31" creationId="{993539F0-47EE-9AB2-963D-E90803E1B89E}"/>
          </ac:spMkLst>
        </pc:spChg>
        <pc:spChg chg="add mod">
          <ac:chgData name="Tavernier Marina" userId="99002f19-34e9-4449-b9d5-6348f0e76359" providerId="ADAL" clId="{CF2F265B-7C2D-44D2-87B1-FC56827F9729}" dt="2026-05-19T16:58:50.068" v="1568" actId="1038"/>
          <ac:spMkLst>
            <pc:docMk/>
            <pc:sldMk cId="1666662330" sldId="294"/>
            <ac:spMk id="33" creationId="{46CC8478-0D0E-90FE-D714-6C0C2942CD25}"/>
          </ac:spMkLst>
        </pc:spChg>
        <pc:spChg chg="add mod">
          <ac:chgData name="Tavernier Marina" userId="99002f19-34e9-4449-b9d5-6348f0e76359" providerId="ADAL" clId="{CF2F265B-7C2D-44D2-87B1-FC56827F9729}" dt="2026-05-19T16:59:53.322" v="1655" actId="1036"/>
          <ac:spMkLst>
            <pc:docMk/>
            <pc:sldMk cId="1666662330" sldId="294"/>
            <ac:spMk id="35" creationId="{F35E86AB-2668-21B2-31E9-F205589800A7}"/>
          </ac:spMkLst>
        </pc:spChg>
        <pc:spChg chg="add mod">
          <ac:chgData name="Tavernier Marina" userId="99002f19-34e9-4449-b9d5-6348f0e76359" providerId="ADAL" clId="{CF2F265B-7C2D-44D2-87B1-FC56827F9729}" dt="2026-05-19T17:00:18.328" v="1686" actId="1036"/>
          <ac:spMkLst>
            <pc:docMk/>
            <pc:sldMk cId="1666662330" sldId="294"/>
            <ac:spMk id="37" creationId="{BBAD2C59-0462-DCE5-C64C-95D293918C5F}"/>
          </ac:spMkLst>
        </pc:spChg>
        <pc:spChg chg="add mod">
          <ac:chgData name="Tavernier Marina" userId="99002f19-34e9-4449-b9d5-6348f0e76359" providerId="ADAL" clId="{CF2F265B-7C2D-44D2-87B1-FC56827F9729}" dt="2026-05-19T17:02:20.914" v="1737" actId="207"/>
          <ac:spMkLst>
            <pc:docMk/>
            <pc:sldMk cId="1666662330" sldId="294"/>
            <ac:spMk id="38" creationId="{C273CCD1-A76B-14A2-B8BD-BCF1492FB026}"/>
          </ac:spMkLst>
        </pc:spChg>
      </pc:sldChg>
      <pc:sldChg chg="ord">
        <pc:chgData name="Tavernier Marina" userId="99002f19-34e9-4449-b9d5-6348f0e76359" providerId="ADAL" clId="{CF2F265B-7C2D-44D2-87B1-FC56827F9729}" dt="2026-05-19T18:46:08.254" v="1746"/>
        <pc:sldMkLst>
          <pc:docMk/>
          <pc:sldMk cId="2992113062" sldId="297"/>
        </pc:sldMkLst>
      </pc:sldChg>
      <pc:sldChg chg="add">
        <pc:chgData name="Tavernier Marina" userId="99002f19-34e9-4449-b9d5-6348f0e76359" providerId="ADAL" clId="{CF2F265B-7C2D-44D2-87B1-FC56827F9729}" dt="2026-05-19T18:37:52.270" v="1743"/>
        <pc:sldMkLst>
          <pc:docMk/>
          <pc:sldMk cId="342772691" sldId="302"/>
        </pc:sldMkLst>
      </pc:sldChg>
      <pc:sldChg chg="add">
        <pc:chgData name="Tavernier Marina" userId="99002f19-34e9-4449-b9d5-6348f0e76359" providerId="ADAL" clId="{CF2F265B-7C2D-44D2-87B1-FC56827F9729}" dt="2026-05-20T07:06:11.373" v="1749"/>
        <pc:sldMkLst>
          <pc:docMk/>
          <pc:sldMk cId="2448707153" sldId="303"/>
        </pc:sldMkLst>
      </pc:sldChg>
    </pc:docChg>
  </pc:docChgLst>
  <pc:docChgLst>
    <pc:chgData name="Szewczyk Julia" userId="S::julia.szewczyk@aalto.fi::03b5815a-e36d-4e1d-aaab-c676b07874e2" providerId="AD" clId="Web-{CFA819D8-A0F4-CF21-11CE-8F95FA5CFEEB}"/>
    <pc:docChg chg="modSld">
      <pc:chgData name="Szewczyk Julia" userId="S::julia.szewczyk@aalto.fi::03b5815a-e36d-4e1d-aaab-c676b07874e2" providerId="AD" clId="Web-{CFA819D8-A0F4-CF21-11CE-8F95FA5CFEEB}" dt="2026-05-20T08:15:08.396" v="20" actId="1076"/>
      <pc:docMkLst>
        <pc:docMk/>
      </pc:docMkLst>
      <pc:sldChg chg="modSp">
        <pc:chgData name="Szewczyk Julia" userId="S::julia.szewczyk@aalto.fi::03b5815a-e36d-4e1d-aaab-c676b07874e2" providerId="AD" clId="Web-{CFA819D8-A0F4-CF21-11CE-8F95FA5CFEEB}" dt="2026-05-20T08:14:29.191" v="5" actId="20577"/>
        <pc:sldMkLst>
          <pc:docMk/>
          <pc:sldMk cId="0" sldId="256"/>
        </pc:sldMkLst>
        <pc:spChg chg="mod">
          <ac:chgData name="Szewczyk Julia" userId="S::julia.szewczyk@aalto.fi::03b5815a-e36d-4e1d-aaab-c676b07874e2" providerId="AD" clId="Web-{CFA819D8-A0F4-CF21-11CE-8F95FA5CFEEB}" dt="2026-05-20T08:14:29.191" v="5" actId="20577"/>
          <ac:spMkLst>
            <pc:docMk/>
            <pc:sldMk cId="0" sldId="256"/>
            <ac:spMk id="2" creationId="{DC6AB9D1-1312-5417-33E6-D4DF731C664C}"/>
          </ac:spMkLst>
        </pc:spChg>
        <pc:spChg chg="mod">
          <ac:chgData name="Szewczyk Julia" userId="S::julia.szewczyk@aalto.fi::03b5815a-e36d-4e1d-aaab-c676b07874e2" providerId="AD" clId="Web-{CFA819D8-A0F4-CF21-11CE-8F95FA5CFEEB}" dt="2026-05-20T08:14:21.300" v="3"/>
          <ac:spMkLst>
            <pc:docMk/>
            <pc:sldMk cId="0" sldId="256"/>
            <ac:spMk id="3" creationId="{FA6C24B5-129A-9D61-07BF-38CE0E14357D}"/>
          </ac:spMkLst>
        </pc:spChg>
      </pc:sldChg>
      <pc:sldChg chg="modSp">
        <pc:chgData name="Szewczyk Julia" userId="S::julia.szewczyk@aalto.fi::03b5815a-e36d-4e1d-aaab-c676b07874e2" providerId="AD" clId="Web-{CFA819D8-A0F4-CF21-11CE-8F95FA5CFEEB}" dt="2026-05-20T08:15:08.396" v="20" actId="1076"/>
        <pc:sldMkLst>
          <pc:docMk/>
          <pc:sldMk cId="0" sldId="260"/>
        </pc:sldMkLst>
        <pc:spChg chg="mod">
          <ac:chgData name="Szewczyk Julia" userId="S::julia.szewczyk@aalto.fi::03b5815a-e36d-4e1d-aaab-c676b07874e2" providerId="AD" clId="Web-{CFA819D8-A0F4-CF21-11CE-8F95FA5CFEEB}" dt="2026-05-20T08:15:08.396" v="20" actId="1076"/>
          <ac:spMkLst>
            <pc:docMk/>
            <pc:sldMk cId="0" sldId="260"/>
            <ac:spMk id="364" creationId="{00000000-0000-0000-0000-000000000000}"/>
          </ac:spMkLst>
        </pc:spChg>
      </pc:sldChg>
    </pc:docChg>
  </pc:docChgLst>
  <pc:docChgLst>
    <pc:chgData name="Szewczyk Julia" userId="S::julia.szewczyk@aalto.fi::03b5815a-e36d-4e1d-aaab-c676b07874e2" providerId="AD" clId="Web-{15457B17-BA95-891A-5464-384B78CBE72F}"/>
    <pc:docChg chg="addSld modSld addMainMaster">
      <pc:chgData name="Szewczyk Julia" userId="S::julia.szewczyk@aalto.fi::03b5815a-e36d-4e1d-aaab-c676b07874e2" providerId="AD" clId="Web-{15457B17-BA95-891A-5464-384B78CBE72F}" dt="2026-05-14T07:35:43.439" v="53"/>
      <pc:docMkLst>
        <pc:docMk/>
      </pc:docMkLst>
      <pc:sldChg chg="addSp delSp modSp">
        <pc:chgData name="Szewczyk Julia" userId="S::julia.szewczyk@aalto.fi::03b5815a-e36d-4e1d-aaab-c676b07874e2" providerId="AD" clId="Web-{15457B17-BA95-891A-5464-384B78CBE72F}" dt="2026-05-14T07:35:43.439" v="53"/>
        <pc:sldMkLst>
          <pc:docMk/>
          <pc:sldMk cId="2348043164" sldId="289"/>
        </pc:sldMkLst>
        <pc:spChg chg="add mod">
          <ac:chgData name="Szewczyk Julia" userId="S::julia.szewczyk@aalto.fi::03b5815a-e36d-4e1d-aaab-c676b07874e2" providerId="AD" clId="Web-{15457B17-BA95-891A-5464-384B78CBE72F}" dt="2026-05-14T07:22:06.206" v="30"/>
          <ac:spMkLst>
            <pc:docMk/>
            <pc:sldMk cId="2348043164" sldId="289"/>
            <ac:spMk id="2" creationId="{851A5152-A441-5BD2-8B00-9DF48272AC80}"/>
          </ac:spMkLst>
        </pc:spChg>
        <pc:spChg chg="add mod">
          <ac:chgData name="Szewczyk Julia" userId="S::julia.szewczyk@aalto.fi::03b5815a-e36d-4e1d-aaab-c676b07874e2" providerId="AD" clId="Web-{15457B17-BA95-891A-5464-384B78CBE72F}" dt="2026-05-14T07:27:51.852" v="37"/>
          <ac:spMkLst>
            <pc:docMk/>
            <pc:sldMk cId="2348043164" sldId="289"/>
            <ac:spMk id="6" creationId="{CAF60581-29BE-4439-0680-3538784A6372}"/>
          </ac:spMkLst>
        </pc:spChg>
        <pc:spChg chg="add mod">
          <ac:chgData name="Szewczyk Julia" userId="S::julia.szewczyk@aalto.fi::03b5815a-e36d-4e1d-aaab-c676b07874e2" providerId="AD" clId="Web-{15457B17-BA95-891A-5464-384B78CBE72F}" dt="2026-05-14T07:27:51.852" v="38"/>
          <ac:spMkLst>
            <pc:docMk/>
            <pc:sldMk cId="2348043164" sldId="289"/>
            <ac:spMk id="7" creationId="{B7BBA873-913C-7A5C-E2ED-0F41B2497C69}"/>
          </ac:spMkLst>
        </pc:spChg>
        <pc:spChg chg="add mod">
          <ac:chgData name="Szewczyk Julia" userId="S::julia.szewczyk@aalto.fi::03b5815a-e36d-4e1d-aaab-c676b07874e2" providerId="AD" clId="Web-{15457B17-BA95-891A-5464-384B78CBE72F}" dt="2026-05-14T07:27:51.868" v="39"/>
          <ac:spMkLst>
            <pc:docMk/>
            <pc:sldMk cId="2348043164" sldId="289"/>
            <ac:spMk id="8" creationId="{04A76D58-492B-6585-4866-144B853A2F4A}"/>
          </ac:spMkLst>
        </pc:spChg>
        <pc:spChg chg="mod">
          <ac:chgData name="Szewczyk Julia" userId="S::julia.szewczyk@aalto.fi::03b5815a-e36d-4e1d-aaab-c676b07874e2" providerId="AD" clId="Web-{15457B17-BA95-891A-5464-384B78CBE72F}" dt="2026-05-14T07:20:22.611" v="20" actId="1076"/>
          <ac:spMkLst>
            <pc:docMk/>
            <pc:sldMk cId="2348043164" sldId="289"/>
            <ac:spMk id="1614" creationId="{32063B7A-7DCF-CFA4-9EAB-631CAE365C2D}"/>
          </ac:spMkLst>
        </pc:spChg>
        <pc:spChg chg="mod">
          <ac:chgData name="Szewczyk Julia" userId="S::julia.szewczyk@aalto.fi::03b5815a-e36d-4e1d-aaab-c676b07874e2" providerId="AD" clId="Web-{15457B17-BA95-891A-5464-384B78CBE72F}" dt="2026-05-14T07:20:27.033" v="21" actId="1076"/>
          <ac:spMkLst>
            <pc:docMk/>
            <pc:sldMk cId="2348043164" sldId="289"/>
            <ac:spMk id="1616" creationId="{0689EFCA-A821-ABB6-0ED0-EE6C707A8A86}"/>
          </ac:spMkLst>
        </pc:spChg>
        <pc:spChg chg="mod">
          <ac:chgData name="Szewczyk Julia" userId="S::julia.szewczyk@aalto.fi::03b5815a-e36d-4e1d-aaab-c676b07874e2" providerId="AD" clId="Web-{15457B17-BA95-891A-5464-384B78CBE72F}" dt="2026-05-14T07:19:26.907" v="8" actId="1076"/>
          <ac:spMkLst>
            <pc:docMk/>
            <pc:sldMk cId="2348043164" sldId="289"/>
            <ac:spMk id="1618" creationId="{DF42B188-363E-950D-CAD4-AD3DC17CCB9C}"/>
          </ac:spMkLst>
        </pc:spChg>
        <pc:spChg chg="mod">
          <ac:chgData name="Szewczyk Julia" userId="S::julia.szewczyk@aalto.fi::03b5815a-e36d-4e1d-aaab-c676b07874e2" providerId="AD" clId="Web-{15457B17-BA95-891A-5464-384B78CBE72F}" dt="2026-05-14T07:21:31.425" v="24" actId="1076"/>
          <ac:spMkLst>
            <pc:docMk/>
            <pc:sldMk cId="2348043164" sldId="289"/>
            <ac:spMk id="1622" creationId="{CE31D05C-2449-6EC8-E9B1-DB6F9005DB9E}"/>
          </ac:spMkLst>
        </pc:spChg>
        <pc:spChg chg="mod">
          <ac:chgData name="Szewczyk Julia" userId="S::julia.szewczyk@aalto.fi::03b5815a-e36d-4e1d-aaab-c676b07874e2" providerId="AD" clId="Web-{15457B17-BA95-891A-5464-384B78CBE72F}" dt="2026-05-14T07:21:37.956" v="25" actId="1076"/>
          <ac:spMkLst>
            <pc:docMk/>
            <pc:sldMk cId="2348043164" sldId="289"/>
            <ac:spMk id="1624" creationId="{4EAAB211-E678-6634-95CC-0C264F86453E}"/>
          </ac:spMkLst>
        </pc:spChg>
        <pc:spChg chg="mod">
          <ac:chgData name="Szewczyk Julia" userId="S::julia.szewczyk@aalto.fi::03b5815a-e36d-4e1d-aaab-c676b07874e2" providerId="AD" clId="Web-{15457B17-BA95-891A-5464-384B78CBE72F}" dt="2026-05-14T07:19:15.954" v="5"/>
          <ac:spMkLst>
            <pc:docMk/>
            <pc:sldMk cId="2348043164" sldId="289"/>
            <ac:spMk id="1626" creationId="{B6624709-CC79-FE89-B49B-2DAE4C8A7D29}"/>
          </ac:spMkLst>
        </pc:spChg>
        <pc:spChg chg="mod">
          <ac:chgData name="Szewczyk Julia" userId="S::julia.szewczyk@aalto.fi::03b5815a-e36d-4e1d-aaab-c676b07874e2" providerId="AD" clId="Web-{15457B17-BA95-891A-5464-384B78CBE72F}" dt="2026-05-14T07:21:12.893" v="22" actId="1076"/>
          <ac:spMkLst>
            <pc:docMk/>
            <pc:sldMk cId="2348043164" sldId="289"/>
            <ac:spMk id="1630" creationId="{0B508B23-9D7A-070C-BB56-15285F5181DB}"/>
          </ac:spMkLst>
        </pc:spChg>
        <pc:spChg chg="mod">
          <ac:chgData name="Szewczyk Julia" userId="S::julia.szewczyk@aalto.fi::03b5815a-e36d-4e1d-aaab-c676b07874e2" providerId="AD" clId="Web-{15457B17-BA95-891A-5464-384B78CBE72F}" dt="2026-05-14T07:19:41.892" v="11" actId="1076"/>
          <ac:spMkLst>
            <pc:docMk/>
            <pc:sldMk cId="2348043164" sldId="289"/>
            <ac:spMk id="1632" creationId="{48ABB008-D2A1-2339-7416-B7357B68637E}"/>
          </ac:spMkLst>
        </pc:spChg>
        <pc:grpChg chg="add mod">
          <ac:chgData name="Szewczyk Julia" userId="S::julia.szewczyk@aalto.fi::03b5815a-e36d-4e1d-aaab-c676b07874e2" providerId="AD" clId="Web-{15457B17-BA95-891A-5464-384B78CBE72F}" dt="2026-05-14T07:34:52.375" v="44" actId="1076"/>
          <ac:grpSpMkLst>
            <pc:docMk/>
            <pc:sldMk cId="2348043164" sldId="289"/>
            <ac:grpSpMk id="5" creationId="{E3A4F726-D9D2-D7D9-16DF-3B1A9DB57CC8}"/>
          </ac:grpSpMkLst>
        </pc:grpChg>
        <pc:grpChg chg="mod">
          <ac:chgData name="Szewczyk Julia" userId="S::julia.szewczyk@aalto.fi::03b5815a-e36d-4e1d-aaab-c676b07874e2" providerId="AD" clId="Web-{15457B17-BA95-891A-5464-384B78CBE72F}" dt="2026-05-14T07:20:13.830" v="18" actId="14100"/>
          <ac:grpSpMkLst>
            <pc:docMk/>
            <pc:sldMk cId="2348043164" sldId="289"/>
            <ac:grpSpMk id="1584" creationId="{D256F9CA-CC94-665E-4B85-9ECDD0354051}"/>
          </ac:grpSpMkLst>
        </pc:grpChg>
        <pc:grpChg chg="mod">
          <ac:chgData name="Szewczyk Julia" userId="S::julia.szewczyk@aalto.fi::03b5815a-e36d-4e1d-aaab-c676b07874e2" providerId="AD" clId="Web-{15457B17-BA95-891A-5464-384B78CBE72F}" dt="2026-05-14T07:21:20.253" v="23" actId="14100"/>
          <ac:grpSpMkLst>
            <pc:docMk/>
            <pc:sldMk cId="2348043164" sldId="289"/>
            <ac:grpSpMk id="1602" creationId="{ED2BAE50-316F-7C8F-7D21-7E724114C941}"/>
          </ac:grpSpMkLst>
        </pc:grpChg>
      </pc:sldChg>
    </pc:docChg>
  </pc:docChgLst>
  <pc:docChgLst>
    <pc:chgData name="Tavernier Marina" userId="S::marina.tavernier@aalto.fi::99002f19-34e9-4449-b9d5-6348f0e76359" providerId="AD" clId="Web-{FD36C957-8627-9462-643E-72C63D69B40E}"/>
    <pc:docChg chg="addSld modSld sldOrd">
      <pc:chgData name="Tavernier Marina" userId="S::marina.tavernier@aalto.fi::99002f19-34e9-4449-b9d5-6348f0e76359" providerId="AD" clId="Web-{FD36C957-8627-9462-643E-72C63D69B40E}" dt="2026-05-15T08:57:11.243" v="185"/>
      <pc:docMkLst>
        <pc:docMk/>
      </pc:docMkLst>
      <pc:sldChg chg="addSp delSp modSp">
        <pc:chgData name="Tavernier Marina" userId="S::marina.tavernier@aalto.fi::99002f19-34e9-4449-b9d5-6348f0e76359" providerId="AD" clId="Web-{FD36C957-8627-9462-643E-72C63D69B40E}" dt="2026-05-15T08:32:32.738" v="5"/>
        <pc:sldMkLst>
          <pc:docMk/>
          <pc:sldMk cId="0" sldId="263"/>
        </pc:sldMkLst>
        <pc:spChg chg="mod">
          <ac:chgData name="Tavernier Marina" userId="S::marina.tavernier@aalto.fi::99002f19-34e9-4449-b9d5-6348f0e76359" providerId="AD" clId="Web-{FD36C957-8627-9462-643E-72C63D69B40E}" dt="2026-05-15T08:32:23.128" v="1" actId="20577"/>
          <ac:spMkLst>
            <pc:docMk/>
            <pc:sldMk cId="0" sldId="263"/>
            <ac:spMk id="4" creationId="{C451A15F-A157-FC8C-55DD-BB5F727849B3}"/>
          </ac:spMkLst>
        </pc:spChg>
      </pc:sldChg>
      <pc:sldChg chg="addSp delSp modSp new ord">
        <pc:chgData name="Tavernier Marina" userId="S::marina.tavernier@aalto.fi::99002f19-34e9-4449-b9d5-6348f0e76359" providerId="AD" clId="Web-{FD36C957-8627-9462-643E-72C63D69B40E}" dt="2026-05-15T08:57:11.243" v="185"/>
        <pc:sldMkLst>
          <pc:docMk/>
          <pc:sldMk cId="1666662330" sldId="294"/>
        </pc:sldMkLst>
        <pc:spChg chg="add mod">
          <ac:chgData name="Tavernier Marina" userId="S::marina.tavernier@aalto.fi::99002f19-34e9-4449-b9d5-6348f0e76359" providerId="AD" clId="Web-{FD36C957-8627-9462-643E-72C63D69B40E}" dt="2026-05-15T08:43:07.100" v="90" actId="20577"/>
          <ac:spMkLst>
            <pc:docMk/>
            <pc:sldMk cId="1666662330" sldId="294"/>
            <ac:spMk id="4" creationId="{75EE164F-6142-F5B3-FA67-7502206E358F}"/>
          </ac:spMkLst>
        </pc:spChg>
        <pc:spChg chg="add mod">
          <ac:chgData name="Tavernier Marina" userId="S::marina.tavernier@aalto.fi::99002f19-34e9-4449-b9d5-6348f0e76359" providerId="AD" clId="Web-{FD36C957-8627-9462-643E-72C63D69B40E}" dt="2026-05-15T08:42:58.491" v="89"/>
          <ac:spMkLst>
            <pc:docMk/>
            <pc:sldMk cId="1666662330" sldId="294"/>
            <ac:spMk id="7" creationId="{41E04DAE-4525-8465-B200-1ABEA94F7862}"/>
          </ac:spMkLst>
        </pc:spChg>
        <pc:spChg chg="add mod">
          <ac:chgData name="Tavernier Marina" userId="S::marina.tavernier@aalto.fi::99002f19-34e9-4449-b9d5-6348f0e76359" providerId="AD" clId="Web-{FD36C957-8627-9462-643E-72C63D69B40E}" dt="2026-05-15T08:43:50.115" v="100" actId="20577"/>
          <ac:spMkLst>
            <pc:docMk/>
            <pc:sldMk cId="1666662330" sldId="294"/>
            <ac:spMk id="8" creationId="{BBD2ADBD-BDAF-A3C9-5E8B-7A3C282773C2}"/>
          </ac:spMkLst>
        </pc:spChg>
        <pc:spChg chg="add mod">
          <ac:chgData name="Tavernier Marina" userId="S::marina.tavernier@aalto.fi::99002f19-34e9-4449-b9d5-6348f0e76359" providerId="AD" clId="Web-{FD36C957-8627-9462-643E-72C63D69B40E}" dt="2026-05-15T08:51:22.800" v="130" actId="1076"/>
          <ac:spMkLst>
            <pc:docMk/>
            <pc:sldMk cId="1666662330" sldId="294"/>
            <ac:spMk id="12" creationId="{609E476F-5C25-C6F1-48E1-BFE2CB26BBDE}"/>
          </ac:spMkLst>
        </pc:spChg>
        <pc:spChg chg="add mod">
          <ac:chgData name="Tavernier Marina" userId="S::marina.tavernier@aalto.fi::99002f19-34e9-4449-b9d5-6348f0e76359" providerId="AD" clId="Web-{FD36C957-8627-9462-643E-72C63D69B40E}" dt="2026-05-15T08:54:08.965" v="166" actId="20577"/>
          <ac:spMkLst>
            <pc:docMk/>
            <pc:sldMk cId="1666662330" sldId="294"/>
            <ac:spMk id="14" creationId="{FC240333-218E-0E70-8706-0DE5CE92DA0B}"/>
          </ac:spMkLst>
        </pc:spChg>
      </pc:sldChg>
    </pc:docChg>
  </pc:docChgLst>
  <pc:docChgLst>
    <pc:chgData name="Szewczyk Julia" userId="S::julia.szewczyk@aalto.fi::03b5815a-e36d-4e1d-aaab-c676b07874e2" providerId="AD" clId="Web-{38D9119E-253A-34EE-5978-A98C469D1044}"/>
    <pc:docChg chg="modSld">
      <pc:chgData name="Szewczyk Julia" userId="S::julia.szewczyk@aalto.fi::03b5815a-e36d-4e1d-aaab-c676b07874e2" providerId="AD" clId="Web-{38D9119E-253A-34EE-5978-A98C469D1044}" dt="2026-04-21T08:21:59.447" v="129"/>
      <pc:docMkLst>
        <pc:docMk/>
      </pc:docMkLst>
      <pc:sldChg chg="addSp delSp modSp">
        <pc:chgData name="Szewczyk Julia" userId="S::julia.szewczyk@aalto.fi::03b5815a-e36d-4e1d-aaab-c676b07874e2" providerId="AD" clId="Web-{38D9119E-253A-34EE-5978-A98C469D1044}" dt="2026-04-21T08:21:59.447" v="129"/>
        <pc:sldMkLst>
          <pc:docMk/>
          <pc:sldMk cId="0" sldId="256"/>
        </pc:sldMkLst>
        <pc:spChg chg="add mod">
          <ac:chgData name="Szewczyk Julia" userId="S::julia.szewczyk@aalto.fi::03b5815a-e36d-4e1d-aaab-c676b07874e2" providerId="AD" clId="Web-{38D9119E-253A-34EE-5978-A98C469D1044}" dt="2026-04-21T08:19:02.464" v="76"/>
          <ac:spMkLst>
            <pc:docMk/>
            <pc:sldMk cId="0" sldId="256"/>
            <ac:spMk id="3" creationId="{FA6C24B5-129A-9D61-07BF-38CE0E14357D}"/>
          </ac:spMkLst>
        </pc:spChg>
        <pc:spChg chg="add mod">
          <ac:chgData name="Szewczyk Julia" userId="S::julia.szewczyk@aalto.fi::03b5815a-e36d-4e1d-aaab-c676b07874e2" providerId="AD" clId="Web-{38D9119E-253A-34EE-5978-A98C469D1044}" dt="2026-04-21T08:21:59.447" v="129"/>
          <ac:spMkLst>
            <pc:docMk/>
            <pc:sldMk cId="0" sldId="256"/>
            <ac:spMk id="4" creationId="{81D3E736-BF65-1C42-4860-F706A5FD86FF}"/>
          </ac:spMkLst>
        </pc:spChg>
        <pc:spChg chg="mod">
          <ac:chgData name="Szewczyk Julia" userId="S::julia.szewczyk@aalto.fi::03b5815a-e36d-4e1d-aaab-c676b07874e2" providerId="AD" clId="Web-{38D9119E-253A-34EE-5978-A98C469D1044}" dt="2026-04-21T08:19:35.073" v="77" actId="1076"/>
          <ac:spMkLst>
            <pc:docMk/>
            <pc:sldMk cId="0" sldId="256"/>
            <ac:spMk id="56" creationId="{00000000-0000-0000-0000-000000000000}"/>
          </ac:spMkLst>
        </pc:spChg>
        <pc:grpChg chg="mod">
          <ac:chgData name="Szewczyk Julia" userId="S::julia.szewczyk@aalto.fi::03b5815a-e36d-4e1d-aaab-c676b07874e2" providerId="AD" clId="Web-{38D9119E-253A-34EE-5978-A98C469D1044}" dt="2026-04-21T08:19:39.385" v="78" actId="1076"/>
          <ac:grpSpMkLst>
            <pc:docMk/>
            <pc:sldMk cId="0" sldId="256"/>
            <ac:grpSpMk id="58" creationId="{00000000-0000-0000-0000-000000000000}"/>
          </ac:grpSpMkLst>
        </pc:grpChg>
      </pc:sldChg>
      <pc:sldChg chg="addSp">
        <pc:chgData name="Szewczyk Julia" userId="S::julia.szewczyk@aalto.fi::03b5815a-e36d-4e1d-aaab-c676b07874e2" providerId="AD" clId="Web-{38D9119E-253A-34EE-5978-A98C469D1044}" dt="2026-04-21T08:15:51.011" v="30"/>
        <pc:sldMkLst>
          <pc:docMk/>
          <pc:sldMk cId="0" sldId="260"/>
        </pc:sldMkLst>
        <pc:spChg chg="add">
          <ac:chgData name="Szewczyk Julia" userId="S::julia.szewczyk@aalto.fi::03b5815a-e36d-4e1d-aaab-c676b07874e2" providerId="AD" clId="Web-{38D9119E-253A-34EE-5978-A98C469D1044}" dt="2026-04-21T08:15:51.011" v="30"/>
          <ac:spMkLst>
            <pc:docMk/>
            <pc:sldMk cId="0" sldId="260"/>
            <ac:spMk id="3" creationId="{1BC97DE1-71CC-3CE4-873B-6B0CC347E9AE}"/>
          </ac:spMkLst>
        </pc:spChg>
      </pc:sldChg>
      <pc:sldChg chg="addSp">
        <pc:chgData name="Szewczyk Julia" userId="S::julia.szewczyk@aalto.fi::03b5815a-e36d-4e1d-aaab-c676b07874e2" providerId="AD" clId="Web-{38D9119E-253A-34EE-5978-A98C469D1044}" dt="2026-04-21T08:16:04.261" v="33"/>
        <pc:sldMkLst>
          <pc:docMk/>
          <pc:sldMk cId="0" sldId="263"/>
        </pc:sldMkLst>
        <pc:spChg chg="add">
          <ac:chgData name="Szewczyk Julia" userId="S::julia.szewczyk@aalto.fi::03b5815a-e36d-4e1d-aaab-c676b07874e2" providerId="AD" clId="Web-{38D9119E-253A-34EE-5978-A98C469D1044}" dt="2026-04-21T08:16:04.261" v="33"/>
          <ac:spMkLst>
            <pc:docMk/>
            <pc:sldMk cId="0" sldId="263"/>
            <ac:spMk id="3" creationId="{B1563091-FFAB-C8B9-D3B6-4BC716A96A3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9b1e607b5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9b1e607b5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0">
          <a:extLst>
            <a:ext uri="{FF2B5EF4-FFF2-40B4-BE49-F238E27FC236}">
              <a16:creationId xmlns:a16="http://schemas.microsoft.com/office/drawing/2014/main" id="{8B1A9769-D0F5-6AB8-493A-511330FBA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53acc99f1c_0_157:notes">
            <a:extLst>
              <a:ext uri="{FF2B5EF4-FFF2-40B4-BE49-F238E27FC236}">
                <a16:creationId xmlns:a16="http://schemas.microsoft.com/office/drawing/2014/main" id="{CD8829A6-0EE5-DD97-42C0-2F8D2E39E0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53acc99f1c_0_157:notes">
            <a:extLst>
              <a:ext uri="{FF2B5EF4-FFF2-40B4-BE49-F238E27FC236}">
                <a16:creationId xmlns:a16="http://schemas.microsoft.com/office/drawing/2014/main" id="{B397C4E2-157C-D759-C78D-955B349E8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/>
              <a:t>These five examples all share the same core challenge: multiple agents, limited communication, and strict safety requirements. Vehicle platooning is our simulation case — a single controller miscalibration can cause collisions. The others show this problem appears everywhere from power grids to warehouses.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1151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>
          <a:extLst>
            <a:ext uri="{FF2B5EF4-FFF2-40B4-BE49-F238E27FC236}">
              <a16:creationId xmlns:a16="http://schemas.microsoft.com/office/drawing/2014/main" id="{DAC2CA2D-AF79-AA35-EAEC-5A7B758E4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53acc99f1c_0_106:notes">
            <a:extLst>
              <a:ext uri="{FF2B5EF4-FFF2-40B4-BE49-F238E27FC236}">
                <a16:creationId xmlns:a16="http://schemas.microsoft.com/office/drawing/2014/main" id="{A3B268F7-D6B0-531C-4506-FDFC0D4922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53acc99f1c_0_106:notes">
            <a:extLst>
              <a:ext uri="{FF2B5EF4-FFF2-40B4-BE49-F238E27FC236}">
                <a16:creationId xmlns:a16="http://schemas.microsoft.com/office/drawing/2014/main" id="{1E23253C-6079-41E0-C0E6-323C8642E1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/>
              <a:t>Each existing approach has a critical gap. MARL needs too much data and has no safety guarantees. Distributed optimization assumes convexity which rarely holds in practice. </a:t>
            </a:r>
            <a:r>
              <a:rPr lang="en-GB" err="1"/>
              <a:t>SafeOpt</a:t>
            </a:r>
            <a:r>
              <a:rPr lang="en-GB"/>
              <a:t> has strong safety guarantees but requires centralized global observations. Our assigned paper is the first to combine all three desiderata: fully distributed, sample-efficient, and safe — made possible by introducing time as a latent variable.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253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F9AA55E0-FB3D-7797-AC6A-6335E4B89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:notes">
            <a:extLst>
              <a:ext uri="{FF2B5EF4-FFF2-40B4-BE49-F238E27FC236}">
                <a16:creationId xmlns:a16="http://schemas.microsoft.com/office/drawing/2014/main" id="{756FA99F-B6C3-0540-413E-EFFC31E42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p:notes">
            <a:extLst>
              <a:ext uri="{FF2B5EF4-FFF2-40B4-BE49-F238E27FC236}">
                <a16:creationId xmlns:a16="http://schemas.microsoft.com/office/drawing/2014/main" id="{EF0BD2DE-5E9E-F212-BCF3-9D21D0A030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165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9b1e607b5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9b1e607b5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53acc99f1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53acc99f1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>
          <a:extLst>
            <a:ext uri="{FF2B5EF4-FFF2-40B4-BE49-F238E27FC236}">
              <a16:creationId xmlns:a16="http://schemas.microsoft.com/office/drawing/2014/main" id="{6C58A325-2272-112C-D99A-5B2144294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53acc99f1c_0_151:notes">
            <a:extLst>
              <a:ext uri="{FF2B5EF4-FFF2-40B4-BE49-F238E27FC236}">
                <a16:creationId xmlns:a16="http://schemas.microsoft.com/office/drawing/2014/main" id="{53085BCA-AD0C-9689-7BB4-69867783E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53acc99f1c_0_151:notes">
            <a:extLst>
              <a:ext uri="{FF2B5EF4-FFF2-40B4-BE49-F238E27FC236}">
                <a16:creationId xmlns:a16="http://schemas.microsoft.com/office/drawing/2014/main" id="{8CF6EC08-09D3-3DE6-E8DF-E6BF2D578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602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">
          <a:extLst>
            <a:ext uri="{FF2B5EF4-FFF2-40B4-BE49-F238E27FC236}">
              <a16:creationId xmlns:a16="http://schemas.microsoft.com/office/drawing/2014/main" id="{E2486F6E-2708-DE91-93A5-BE782837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53acc99f1c_0_139:notes">
            <a:extLst>
              <a:ext uri="{FF2B5EF4-FFF2-40B4-BE49-F238E27FC236}">
                <a16:creationId xmlns:a16="http://schemas.microsoft.com/office/drawing/2014/main" id="{4E472F8F-C689-D20D-864A-CF98FEC230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53acc99f1c_0_139:notes">
            <a:extLst>
              <a:ext uri="{FF2B5EF4-FFF2-40B4-BE49-F238E27FC236}">
                <a16:creationId xmlns:a16="http://schemas.microsoft.com/office/drawing/2014/main" id="{891134AA-377F-0CBE-0728-6154525436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223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>
          <a:extLst>
            <a:ext uri="{FF2B5EF4-FFF2-40B4-BE49-F238E27FC236}">
              <a16:creationId xmlns:a16="http://schemas.microsoft.com/office/drawing/2014/main" id="{5A677925-F804-FAC1-4F85-D5166467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53acc99f1c_0_151:notes">
            <a:extLst>
              <a:ext uri="{FF2B5EF4-FFF2-40B4-BE49-F238E27FC236}">
                <a16:creationId xmlns:a16="http://schemas.microsoft.com/office/drawing/2014/main" id="{997B1A3F-600E-68A2-654B-EE3A23754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53acc99f1c_0_151:notes">
            <a:extLst>
              <a:ext uri="{FF2B5EF4-FFF2-40B4-BE49-F238E27FC236}">
                <a16:creationId xmlns:a16="http://schemas.microsoft.com/office/drawing/2014/main" id="{939BA666-6817-5522-56CF-0B89B7700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4356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0">
          <a:extLst>
            <a:ext uri="{FF2B5EF4-FFF2-40B4-BE49-F238E27FC236}">
              <a16:creationId xmlns:a16="http://schemas.microsoft.com/office/drawing/2014/main" id="{263BBDEB-6FF5-BDE2-09CD-FF0A56FB1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53acc99f1c_0_148:notes">
            <a:extLst>
              <a:ext uri="{FF2B5EF4-FFF2-40B4-BE49-F238E27FC236}">
                <a16:creationId xmlns:a16="http://schemas.microsoft.com/office/drawing/2014/main" id="{624B30C9-0D0A-1284-2A43-25F0EED1F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53acc99f1c_0_148:notes">
            <a:extLst>
              <a:ext uri="{FF2B5EF4-FFF2-40B4-BE49-F238E27FC236}">
                <a16:creationId xmlns:a16="http://schemas.microsoft.com/office/drawing/2014/main" id="{83024F1E-E31B-0F19-8BAE-7C9F1CF2E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09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361100" y="233425"/>
            <a:ext cx="41052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Customer Journey Map</a:t>
            </a:r>
            <a:endParaRPr sz="2700"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A7B17"/>
          </p15:clr>
        </p15:guide>
        <p15:guide id="2" orient="horz" pos="259">
          <p15:clr>
            <a:srgbClr val="FA7B17"/>
          </p15:clr>
        </p15:guide>
        <p15:guide id="3" orient="horz" pos="2972">
          <p15:clr>
            <a:srgbClr val="FA7B17"/>
          </p15:clr>
        </p15:guide>
        <p15:guide id="4" pos="5472">
          <p15:clr>
            <a:srgbClr val="FA7B17"/>
          </p15:clr>
        </p15:guide>
        <p15:guide id="5" pos="288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A7B17"/>
          </p15:clr>
        </p15:guide>
        <p15:guide id="2" pos="288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2.mp4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/>
        </p:nvSpPr>
        <p:spPr>
          <a:xfrm>
            <a:off x="243000" y="2919925"/>
            <a:ext cx="3362700" cy="19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2800" b="1">
                <a:solidFill>
                  <a:srgbClr val="C9274F"/>
                </a:solidFill>
                <a:latin typeface="Fira Sans Extra Condensed"/>
                <a:sym typeface="Fira Sans Extra Condensed"/>
              </a:rPr>
              <a:t>Towards safe control parameter tuning in distributed </a:t>
            </a:r>
            <a:endParaRPr lang="en-US" sz="1000" b="1">
              <a:solidFill>
                <a:srgbClr val="C9274F"/>
              </a:solidFill>
              <a:latin typeface="Fira Sans Extra Condensed"/>
              <a:sym typeface="Fira Sans Extra Condensed"/>
            </a:endParaRPr>
          </a:p>
          <a:p>
            <a:r>
              <a:rPr lang="en" sz="2800" b="1">
                <a:solidFill>
                  <a:srgbClr val="C9274F"/>
                </a:solidFill>
                <a:latin typeface="Fira Sans Extra Condensed"/>
                <a:sym typeface="Fira Sans Extra Condensed"/>
              </a:rPr>
              <a:t>multi-agent systems</a:t>
            </a:r>
            <a:endParaRPr lang="en-US" sz="1000" b="1">
              <a:solidFill>
                <a:srgbClr val="C9274F"/>
              </a:solidFill>
              <a:latin typeface="Fira Sans Extra Condensed"/>
            </a:endParaRPr>
          </a:p>
        </p:txBody>
      </p:sp>
      <p:grpSp>
        <p:nvGrpSpPr>
          <p:cNvPr id="58" name="Google Shape;58;p15"/>
          <p:cNvGrpSpPr/>
          <p:nvPr/>
        </p:nvGrpSpPr>
        <p:grpSpPr>
          <a:xfrm>
            <a:off x="1483114" y="347968"/>
            <a:ext cx="8398568" cy="4449594"/>
            <a:chOff x="3767841" y="510801"/>
            <a:chExt cx="7780054" cy="4121903"/>
          </a:xfrm>
        </p:grpSpPr>
        <p:sp>
          <p:nvSpPr>
            <p:cNvPr id="59" name="Google Shape;59;p15"/>
            <p:cNvSpPr/>
            <p:nvPr/>
          </p:nvSpPr>
          <p:spPr>
            <a:xfrm>
              <a:off x="3946089" y="2461849"/>
              <a:ext cx="57983" cy="143663"/>
            </a:xfrm>
            <a:custGeom>
              <a:avLst/>
              <a:gdLst/>
              <a:ahLst/>
              <a:cxnLst/>
              <a:rect l="l" t="t" r="r" b="b"/>
              <a:pathLst>
                <a:path w="2037" h="5047" extrusionOk="0">
                  <a:moveTo>
                    <a:pt x="1003" y="1"/>
                  </a:moveTo>
                  <a:cubicBezTo>
                    <a:pt x="456" y="1"/>
                    <a:pt x="0" y="426"/>
                    <a:pt x="0" y="1004"/>
                  </a:cubicBezTo>
                  <a:lnTo>
                    <a:pt x="0" y="4043"/>
                  </a:lnTo>
                  <a:cubicBezTo>
                    <a:pt x="0" y="4591"/>
                    <a:pt x="456" y="5047"/>
                    <a:pt x="1003" y="5047"/>
                  </a:cubicBezTo>
                  <a:cubicBezTo>
                    <a:pt x="1581" y="5047"/>
                    <a:pt x="2037" y="4591"/>
                    <a:pt x="2037" y="4043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D98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5790734" y="3167867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1"/>
                  </a:moveTo>
                  <a:cubicBezTo>
                    <a:pt x="456" y="1"/>
                    <a:pt x="0" y="457"/>
                    <a:pt x="0" y="1004"/>
                  </a:cubicBezTo>
                  <a:lnTo>
                    <a:pt x="0" y="7204"/>
                  </a:lnTo>
                  <a:cubicBezTo>
                    <a:pt x="0" y="7752"/>
                    <a:pt x="456" y="8207"/>
                    <a:pt x="1034" y="8207"/>
                  </a:cubicBezTo>
                  <a:cubicBezTo>
                    <a:pt x="1581" y="8207"/>
                    <a:pt x="2037" y="7752"/>
                    <a:pt x="2037" y="7204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rgbClr val="2C9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5790734" y="2814872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34" y="0"/>
                  </a:moveTo>
                  <a:cubicBezTo>
                    <a:pt x="456" y="0"/>
                    <a:pt x="0" y="456"/>
                    <a:pt x="0" y="1034"/>
                  </a:cubicBezTo>
                  <a:lnTo>
                    <a:pt x="0" y="7204"/>
                  </a:lnTo>
                  <a:cubicBezTo>
                    <a:pt x="0" y="7782"/>
                    <a:pt x="456" y="8237"/>
                    <a:pt x="1034" y="8237"/>
                  </a:cubicBezTo>
                  <a:cubicBezTo>
                    <a:pt x="1581" y="8237"/>
                    <a:pt x="2037" y="7782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5790734" y="2462732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0"/>
                  </a:moveTo>
                  <a:cubicBezTo>
                    <a:pt x="456" y="0"/>
                    <a:pt x="0" y="456"/>
                    <a:pt x="0" y="1003"/>
                  </a:cubicBezTo>
                  <a:lnTo>
                    <a:pt x="0" y="7204"/>
                  </a:lnTo>
                  <a:cubicBezTo>
                    <a:pt x="0" y="7751"/>
                    <a:pt x="456" y="8207"/>
                    <a:pt x="103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5790734" y="2109709"/>
              <a:ext cx="57983" cy="234523"/>
            </a:xfrm>
            <a:custGeom>
              <a:avLst/>
              <a:gdLst/>
              <a:ahLst/>
              <a:cxnLst/>
              <a:rect l="l" t="t" r="r" b="b"/>
              <a:pathLst>
                <a:path w="2037" h="8239" extrusionOk="0">
                  <a:moveTo>
                    <a:pt x="1034" y="1"/>
                  </a:moveTo>
                  <a:cubicBezTo>
                    <a:pt x="456" y="1"/>
                    <a:pt x="0" y="457"/>
                    <a:pt x="0" y="1034"/>
                  </a:cubicBezTo>
                  <a:lnTo>
                    <a:pt x="0" y="7205"/>
                  </a:lnTo>
                  <a:cubicBezTo>
                    <a:pt x="0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3946089" y="2108855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03" y="0"/>
                  </a:moveTo>
                  <a:cubicBezTo>
                    <a:pt x="456" y="0"/>
                    <a:pt x="0" y="456"/>
                    <a:pt x="0" y="1004"/>
                  </a:cubicBezTo>
                  <a:lnTo>
                    <a:pt x="0" y="7204"/>
                  </a:lnTo>
                  <a:cubicBezTo>
                    <a:pt x="0" y="7782"/>
                    <a:pt x="456" y="8238"/>
                    <a:pt x="1003" y="8238"/>
                  </a:cubicBezTo>
                  <a:cubicBezTo>
                    <a:pt x="1581" y="8238"/>
                    <a:pt x="2037" y="7782"/>
                    <a:pt x="2037" y="7204"/>
                  </a:cubicBezTo>
                  <a:lnTo>
                    <a:pt x="2037" y="1004"/>
                  </a:lnTo>
                  <a:cubicBezTo>
                    <a:pt x="2037" y="456"/>
                    <a:pt x="1581" y="0"/>
                    <a:pt x="1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5790734" y="1757568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1"/>
                  </a:moveTo>
                  <a:cubicBezTo>
                    <a:pt x="456" y="1"/>
                    <a:pt x="0" y="457"/>
                    <a:pt x="0" y="1004"/>
                  </a:cubicBezTo>
                  <a:lnTo>
                    <a:pt x="0" y="7205"/>
                  </a:lnTo>
                  <a:cubicBezTo>
                    <a:pt x="0" y="7752"/>
                    <a:pt x="456" y="8208"/>
                    <a:pt x="103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3946089" y="1756714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03" y="0"/>
                  </a:moveTo>
                  <a:cubicBezTo>
                    <a:pt x="456" y="0"/>
                    <a:pt x="0" y="456"/>
                    <a:pt x="0" y="1004"/>
                  </a:cubicBezTo>
                  <a:lnTo>
                    <a:pt x="0" y="7204"/>
                  </a:lnTo>
                  <a:cubicBezTo>
                    <a:pt x="0" y="7751"/>
                    <a:pt x="456" y="8207"/>
                    <a:pt x="1003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4"/>
                  </a:lnTo>
                  <a:cubicBezTo>
                    <a:pt x="2037" y="456"/>
                    <a:pt x="1581" y="0"/>
                    <a:pt x="1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5786408" y="1405257"/>
              <a:ext cx="62310" cy="233812"/>
            </a:xfrm>
            <a:custGeom>
              <a:avLst/>
              <a:gdLst/>
              <a:ahLst/>
              <a:cxnLst/>
              <a:rect l="l" t="t" r="r" b="b"/>
              <a:pathLst>
                <a:path w="2189" h="8214" extrusionOk="0">
                  <a:moveTo>
                    <a:pt x="1059" y="1"/>
                  </a:moveTo>
                  <a:cubicBezTo>
                    <a:pt x="1021" y="1"/>
                    <a:pt x="982" y="3"/>
                    <a:pt x="942" y="7"/>
                  </a:cubicBezTo>
                  <a:cubicBezTo>
                    <a:pt x="395" y="37"/>
                    <a:pt x="0" y="554"/>
                    <a:pt x="30" y="1101"/>
                  </a:cubicBezTo>
                  <a:cubicBezTo>
                    <a:pt x="122" y="1952"/>
                    <a:pt x="152" y="2803"/>
                    <a:pt x="152" y="3654"/>
                  </a:cubicBezTo>
                  <a:lnTo>
                    <a:pt x="152" y="7180"/>
                  </a:lnTo>
                  <a:cubicBezTo>
                    <a:pt x="152" y="7758"/>
                    <a:pt x="608" y="8214"/>
                    <a:pt x="1186" y="8214"/>
                  </a:cubicBezTo>
                  <a:cubicBezTo>
                    <a:pt x="1733" y="8214"/>
                    <a:pt x="2189" y="7758"/>
                    <a:pt x="2189" y="7180"/>
                  </a:cubicBezTo>
                  <a:lnTo>
                    <a:pt x="2189" y="3654"/>
                  </a:lnTo>
                  <a:cubicBezTo>
                    <a:pt x="2189" y="2742"/>
                    <a:pt x="2158" y="1831"/>
                    <a:pt x="2067" y="919"/>
                  </a:cubicBezTo>
                  <a:cubicBezTo>
                    <a:pt x="2010" y="381"/>
                    <a:pt x="1584" y="1"/>
                    <a:pt x="1059" y="1"/>
                  </a:cubicBezTo>
                  <a:close/>
                </a:path>
              </a:pathLst>
            </a:custGeom>
            <a:solidFill>
              <a:srgbClr val="2C9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946089" y="1403663"/>
              <a:ext cx="62310" cy="234552"/>
            </a:xfrm>
            <a:custGeom>
              <a:avLst/>
              <a:gdLst/>
              <a:ahLst/>
              <a:cxnLst/>
              <a:rect l="l" t="t" r="r" b="b"/>
              <a:pathLst>
                <a:path w="2189" h="8240" extrusionOk="0">
                  <a:moveTo>
                    <a:pt x="1184" y="0"/>
                  </a:moveTo>
                  <a:cubicBezTo>
                    <a:pt x="635" y="0"/>
                    <a:pt x="181" y="387"/>
                    <a:pt x="122" y="914"/>
                  </a:cubicBezTo>
                  <a:cubicBezTo>
                    <a:pt x="31" y="1856"/>
                    <a:pt x="0" y="2798"/>
                    <a:pt x="0" y="3710"/>
                  </a:cubicBezTo>
                  <a:lnTo>
                    <a:pt x="0" y="7206"/>
                  </a:lnTo>
                  <a:cubicBezTo>
                    <a:pt x="0" y="7783"/>
                    <a:pt x="456" y="8239"/>
                    <a:pt x="1003" y="8239"/>
                  </a:cubicBezTo>
                  <a:cubicBezTo>
                    <a:pt x="1581" y="8239"/>
                    <a:pt x="2037" y="7783"/>
                    <a:pt x="2007" y="7206"/>
                  </a:cubicBezTo>
                  <a:lnTo>
                    <a:pt x="2007" y="3710"/>
                  </a:lnTo>
                  <a:cubicBezTo>
                    <a:pt x="2007" y="2859"/>
                    <a:pt x="2067" y="1978"/>
                    <a:pt x="2159" y="1127"/>
                  </a:cubicBezTo>
                  <a:cubicBezTo>
                    <a:pt x="2189" y="580"/>
                    <a:pt x="1794" y="63"/>
                    <a:pt x="1247" y="2"/>
                  </a:cubicBezTo>
                  <a:cubicBezTo>
                    <a:pt x="1226" y="1"/>
                    <a:pt x="1205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5674797" y="1072416"/>
              <a:ext cx="137571" cy="217985"/>
            </a:xfrm>
            <a:custGeom>
              <a:avLst/>
              <a:gdLst/>
              <a:ahLst/>
              <a:cxnLst/>
              <a:rect l="l" t="t" r="r" b="b"/>
              <a:pathLst>
                <a:path w="4833" h="7658" extrusionOk="0">
                  <a:moveTo>
                    <a:pt x="1165" y="1"/>
                  </a:moveTo>
                  <a:cubicBezTo>
                    <a:pt x="993" y="1"/>
                    <a:pt x="821" y="48"/>
                    <a:pt x="669" y="150"/>
                  </a:cubicBezTo>
                  <a:cubicBezTo>
                    <a:pt x="182" y="423"/>
                    <a:pt x="0" y="1031"/>
                    <a:pt x="304" y="1517"/>
                  </a:cubicBezTo>
                  <a:cubicBezTo>
                    <a:pt x="1307" y="3250"/>
                    <a:pt x="2128" y="5074"/>
                    <a:pt x="2736" y="6958"/>
                  </a:cubicBezTo>
                  <a:cubicBezTo>
                    <a:pt x="2888" y="7384"/>
                    <a:pt x="3283" y="7657"/>
                    <a:pt x="3708" y="7657"/>
                  </a:cubicBezTo>
                  <a:cubicBezTo>
                    <a:pt x="3799" y="7657"/>
                    <a:pt x="3921" y="7657"/>
                    <a:pt x="4012" y="7596"/>
                  </a:cubicBezTo>
                  <a:cubicBezTo>
                    <a:pt x="4559" y="7445"/>
                    <a:pt x="4833" y="6867"/>
                    <a:pt x="4681" y="6320"/>
                  </a:cubicBezTo>
                  <a:cubicBezTo>
                    <a:pt x="4012" y="4314"/>
                    <a:pt x="3131" y="2368"/>
                    <a:pt x="2037" y="514"/>
                  </a:cubicBezTo>
                  <a:cubicBezTo>
                    <a:pt x="1854" y="190"/>
                    <a:pt x="1510" y="1"/>
                    <a:pt x="11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3982438" y="1071562"/>
              <a:ext cx="137571" cy="217957"/>
            </a:xfrm>
            <a:custGeom>
              <a:avLst/>
              <a:gdLst/>
              <a:ahLst/>
              <a:cxnLst/>
              <a:rect l="l" t="t" r="r" b="b"/>
              <a:pathLst>
                <a:path w="4833" h="7657" extrusionOk="0">
                  <a:moveTo>
                    <a:pt x="3684" y="1"/>
                  </a:moveTo>
                  <a:cubicBezTo>
                    <a:pt x="3337" y="1"/>
                    <a:pt x="2999" y="190"/>
                    <a:pt x="2796" y="514"/>
                  </a:cubicBezTo>
                  <a:cubicBezTo>
                    <a:pt x="1733" y="2368"/>
                    <a:pt x="821" y="4313"/>
                    <a:pt x="182" y="6319"/>
                  </a:cubicBezTo>
                  <a:cubicBezTo>
                    <a:pt x="0" y="6867"/>
                    <a:pt x="274" y="7444"/>
                    <a:pt x="821" y="7596"/>
                  </a:cubicBezTo>
                  <a:cubicBezTo>
                    <a:pt x="912" y="7657"/>
                    <a:pt x="1033" y="7657"/>
                    <a:pt x="1125" y="7657"/>
                  </a:cubicBezTo>
                  <a:cubicBezTo>
                    <a:pt x="1550" y="7657"/>
                    <a:pt x="1945" y="7383"/>
                    <a:pt x="2097" y="6958"/>
                  </a:cubicBezTo>
                  <a:cubicBezTo>
                    <a:pt x="2705" y="5073"/>
                    <a:pt x="3526" y="3250"/>
                    <a:pt x="4559" y="1517"/>
                  </a:cubicBezTo>
                  <a:cubicBezTo>
                    <a:pt x="4833" y="1031"/>
                    <a:pt x="4681" y="423"/>
                    <a:pt x="4195" y="149"/>
                  </a:cubicBezTo>
                  <a:cubicBezTo>
                    <a:pt x="4033" y="48"/>
                    <a:pt x="3857" y="1"/>
                    <a:pt x="3684" y="1"/>
                  </a:cubicBezTo>
                  <a:close/>
                </a:path>
              </a:pathLst>
            </a:custGeom>
            <a:solidFill>
              <a:srgbClr val="D98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5441184" y="812246"/>
              <a:ext cx="194701" cy="176198"/>
            </a:xfrm>
            <a:custGeom>
              <a:avLst/>
              <a:gdLst/>
              <a:ahLst/>
              <a:cxnLst/>
              <a:rect l="l" t="t" r="r" b="b"/>
              <a:pathLst>
                <a:path w="6840" h="6190" extrusionOk="0">
                  <a:moveTo>
                    <a:pt x="1152" y="0"/>
                  </a:moveTo>
                  <a:cubicBezTo>
                    <a:pt x="841" y="0"/>
                    <a:pt x="534" y="143"/>
                    <a:pt x="335" y="414"/>
                  </a:cubicBezTo>
                  <a:cubicBezTo>
                    <a:pt x="0" y="840"/>
                    <a:pt x="91" y="1478"/>
                    <a:pt x="547" y="1812"/>
                  </a:cubicBezTo>
                  <a:cubicBezTo>
                    <a:pt x="2158" y="3028"/>
                    <a:pt x="3648" y="4396"/>
                    <a:pt x="4955" y="5855"/>
                  </a:cubicBezTo>
                  <a:cubicBezTo>
                    <a:pt x="5167" y="6068"/>
                    <a:pt x="5441" y="6189"/>
                    <a:pt x="5715" y="6189"/>
                  </a:cubicBezTo>
                  <a:cubicBezTo>
                    <a:pt x="5958" y="6189"/>
                    <a:pt x="6201" y="6098"/>
                    <a:pt x="6414" y="5916"/>
                  </a:cubicBezTo>
                  <a:cubicBezTo>
                    <a:pt x="6809" y="5551"/>
                    <a:pt x="6839" y="4913"/>
                    <a:pt x="6474" y="4487"/>
                  </a:cubicBezTo>
                  <a:cubicBezTo>
                    <a:pt x="5046" y="2937"/>
                    <a:pt x="3465" y="1478"/>
                    <a:pt x="1763" y="201"/>
                  </a:cubicBezTo>
                  <a:cubicBezTo>
                    <a:pt x="1579" y="66"/>
                    <a:pt x="1364" y="0"/>
                    <a:pt x="11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158921" y="811392"/>
              <a:ext cx="195583" cy="176170"/>
            </a:xfrm>
            <a:custGeom>
              <a:avLst/>
              <a:gdLst/>
              <a:ahLst/>
              <a:cxnLst/>
              <a:rect l="l" t="t" r="r" b="b"/>
              <a:pathLst>
                <a:path w="6871" h="6189" extrusionOk="0">
                  <a:moveTo>
                    <a:pt x="5718" y="0"/>
                  </a:moveTo>
                  <a:cubicBezTo>
                    <a:pt x="5506" y="0"/>
                    <a:pt x="5292" y="66"/>
                    <a:pt x="5107" y="201"/>
                  </a:cubicBezTo>
                  <a:cubicBezTo>
                    <a:pt x="3405" y="1478"/>
                    <a:pt x="1794" y="2936"/>
                    <a:pt x="396" y="4487"/>
                  </a:cubicBezTo>
                  <a:cubicBezTo>
                    <a:pt x="1" y="4912"/>
                    <a:pt x="62" y="5551"/>
                    <a:pt x="457" y="5915"/>
                  </a:cubicBezTo>
                  <a:cubicBezTo>
                    <a:pt x="669" y="6098"/>
                    <a:pt x="913" y="6189"/>
                    <a:pt x="1156" y="6189"/>
                  </a:cubicBezTo>
                  <a:cubicBezTo>
                    <a:pt x="1429" y="6189"/>
                    <a:pt x="1703" y="6067"/>
                    <a:pt x="1885" y="5854"/>
                  </a:cubicBezTo>
                  <a:cubicBezTo>
                    <a:pt x="3223" y="4395"/>
                    <a:pt x="4712" y="3028"/>
                    <a:pt x="6323" y="1842"/>
                  </a:cubicBezTo>
                  <a:cubicBezTo>
                    <a:pt x="6779" y="1508"/>
                    <a:pt x="6870" y="870"/>
                    <a:pt x="6536" y="414"/>
                  </a:cubicBezTo>
                  <a:cubicBezTo>
                    <a:pt x="6337" y="142"/>
                    <a:pt x="6030" y="0"/>
                    <a:pt x="57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127101" y="657709"/>
              <a:ext cx="229314" cy="120492"/>
            </a:xfrm>
            <a:custGeom>
              <a:avLst/>
              <a:gdLst/>
              <a:ahLst/>
              <a:cxnLst/>
              <a:rect l="l" t="t" r="r" b="b"/>
              <a:pathLst>
                <a:path w="8056" h="4233" extrusionOk="0">
                  <a:moveTo>
                    <a:pt x="1132" y="1"/>
                  </a:moveTo>
                  <a:cubicBezTo>
                    <a:pt x="683" y="1"/>
                    <a:pt x="280" y="309"/>
                    <a:pt x="153" y="767"/>
                  </a:cubicBezTo>
                  <a:cubicBezTo>
                    <a:pt x="1" y="1284"/>
                    <a:pt x="305" y="1861"/>
                    <a:pt x="852" y="2013"/>
                  </a:cubicBezTo>
                  <a:cubicBezTo>
                    <a:pt x="2797" y="2530"/>
                    <a:pt x="4681" y="3259"/>
                    <a:pt x="6475" y="4141"/>
                  </a:cubicBezTo>
                  <a:cubicBezTo>
                    <a:pt x="6596" y="4202"/>
                    <a:pt x="6748" y="4232"/>
                    <a:pt x="6900" y="4232"/>
                  </a:cubicBezTo>
                  <a:cubicBezTo>
                    <a:pt x="7265" y="4232"/>
                    <a:pt x="7630" y="4019"/>
                    <a:pt x="7812" y="3655"/>
                  </a:cubicBezTo>
                  <a:cubicBezTo>
                    <a:pt x="8055" y="3168"/>
                    <a:pt x="7843" y="2560"/>
                    <a:pt x="7356" y="2317"/>
                  </a:cubicBezTo>
                  <a:cubicBezTo>
                    <a:pt x="5441" y="1375"/>
                    <a:pt x="3435" y="615"/>
                    <a:pt x="1399" y="38"/>
                  </a:cubicBezTo>
                  <a:cubicBezTo>
                    <a:pt x="1309" y="13"/>
                    <a:pt x="1220" y="1"/>
                    <a:pt x="1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4439245" y="657709"/>
              <a:ext cx="229314" cy="119610"/>
            </a:xfrm>
            <a:custGeom>
              <a:avLst/>
              <a:gdLst/>
              <a:ahLst/>
              <a:cxnLst/>
              <a:rect l="l" t="t" r="r" b="b"/>
              <a:pathLst>
                <a:path w="8056" h="4202" extrusionOk="0">
                  <a:moveTo>
                    <a:pt x="6926" y="1"/>
                  </a:moveTo>
                  <a:cubicBezTo>
                    <a:pt x="6838" y="1"/>
                    <a:pt x="6748" y="12"/>
                    <a:pt x="6658" y="38"/>
                  </a:cubicBezTo>
                  <a:cubicBezTo>
                    <a:pt x="4621" y="615"/>
                    <a:pt x="2615" y="1375"/>
                    <a:pt x="700" y="2287"/>
                  </a:cubicBezTo>
                  <a:cubicBezTo>
                    <a:pt x="214" y="2530"/>
                    <a:pt x="1" y="3138"/>
                    <a:pt x="244" y="3655"/>
                  </a:cubicBezTo>
                  <a:cubicBezTo>
                    <a:pt x="427" y="4019"/>
                    <a:pt x="761" y="4202"/>
                    <a:pt x="1156" y="4202"/>
                  </a:cubicBezTo>
                  <a:cubicBezTo>
                    <a:pt x="1308" y="4202"/>
                    <a:pt x="1460" y="4171"/>
                    <a:pt x="1582" y="4111"/>
                  </a:cubicBezTo>
                  <a:cubicBezTo>
                    <a:pt x="3375" y="3229"/>
                    <a:pt x="5259" y="2530"/>
                    <a:pt x="7205" y="1983"/>
                  </a:cubicBezTo>
                  <a:cubicBezTo>
                    <a:pt x="7752" y="1831"/>
                    <a:pt x="8056" y="1284"/>
                    <a:pt x="7904" y="737"/>
                  </a:cubicBezTo>
                  <a:cubicBezTo>
                    <a:pt x="7777" y="305"/>
                    <a:pt x="7374" y="1"/>
                    <a:pt x="69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780142" y="622868"/>
              <a:ext cx="236231" cy="61883"/>
            </a:xfrm>
            <a:custGeom>
              <a:avLst/>
              <a:gdLst/>
              <a:ahLst/>
              <a:cxnLst/>
              <a:rect l="l" t="t" r="r" b="b"/>
              <a:pathLst>
                <a:path w="8299" h="2174" extrusionOk="0">
                  <a:moveTo>
                    <a:pt x="4146" y="0"/>
                  </a:moveTo>
                  <a:cubicBezTo>
                    <a:pt x="3078" y="0"/>
                    <a:pt x="2007" y="46"/>
                    <a:pt x="943" y="137"/>
                  </a:cubicBezTo>
                  <a:cubicBezTo>
                    <a:pt x="396" y="167"/>
                    <a:pt x="1" y="684"/>
                    <a:pt x="31" y="1231"/>
                  </a:cubicBezTo>
                  <a:cubicBezTo>
                    <a:pt x="88" y="1743"/>
                    <a:pt x="518" y="2149"/>
                    <a:pt x="1021" y="2149"/>
                  </a:cubicBezTo>
                  <a:cubicBezTo>
                    <a:pt x="1056" y="2149"/>
                    <a:pt x="1090" y="2147"/>
                    <a:pt x="1126" y="2143"/>
                  </a:cubicBezTo>
                  <a:cubicBezTo>
                    <a:pt x="2129" y="2067"/>
                    <a:pt x="3139" y="2029"/>
                    <a:pt x="4146" y="2029"/>
                  </a:cubicBezTo>
                  <a:cubicBezTo>
                    <a:pt x="5153" y="2029"/>
                    <a:pt x="6156" y="2067"/>
                    <a:pt x="7144" y="2143"/>
                  </a:cubicBezTo>
                  <a:cubicBezTo>
                    <a:pt x="7174" y="2173"/>
                    <a:pt x="7205" y="2173"/>
                    <a:pt x="7235" y="2173"/>
                  </a:cubicBezTo>
                  <a:cubicBezTo>
                    <a:pt x="7752" y="2173"/>
                    <a:pt x="8177" y="1778"/>
                    <a:pt x="8238" y="1231"/>
                  </a:cubicBezTo>
                  <a:cubicBezTo>
                    <a:pt x="8299" y="684"/>
                    <a:pt x="7873" y="198"/>
                    <a:pt x="7326" y="137"/>
                  </a:cubicBezTo>
                  <a:cubicBezTo>
                    <a:pt x="6278" y="46"/>
                    <a:pt x="5214" y="0"/>
                    <a:pt x="41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7637942" y="1480718"/>
              <a:ext cx="58012" cy="144517"/>
            </a:xfrm>
            <a:custGeom>
              <a:avLst/>
              <a:gdLst/>
              <a:ahLst/>
              <a:cxnLst/>
              <a:rect l="l" t="t" r="r" b="b"/>
              <a:pathLst>
                <a:path w="2038" h="507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4043"/>
                  </a:lnTo>
                  <a:cubicBezTo>
                    <a:pt x="1" y="4620"/>
                    <a:pt x="457" y="5076"/>
                    <a:pt x="1004" y="5076"/>
                  </a:cubicBezTo>
                  <a:cubicBezTo>
                    <a:pt x="1581" y="5076"/>
                    <a:pt x="2037" y="4620"/>
                    <a:pt x="2037" y="4043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635177" y="4461203"/>
              <a:ext cx="236231" cy="62481"/>
            </a:xfrm>
            <a:custGeom>
              <a:avLst/>
              <a:gdLst/>
              <a:ahLst/>
              <a:cxnLst/>
              <a:rect l="l" t="t" r="r" b="b"/>
              <a:pathLst>
                <a:path w="8299" h="2195" extrusionOk="0">
                  <a:moveTo>
                    <a:pt x="7223" y="0"/>
                  </a:moveTo>
                  <a:cubicBezTo>
                    <a:pt x="7186" y="0"/>
                    <a:pt x="7150" y="2"/>
                    <a:pt x="7113" y="6"/>
                  </a:cubicBezTo>
                  <a:cubicBezTo>
                    <a:pt x="5991" y="110"/>
                    <a:pt x="4860" y="164"/>
                    <a:pt x="3724" y="164"/>
                  </a:cubicBezTo>
                  <a:cubicBezTo>
                    <a:pt x="2859" y="164"/>
                    <a:pt x="1992" y="133"/>
                    <a:pt x="1125" y="67"/>
                  </a:cubicBezTo>
                  <a:cubicBezTo>
                    <a:pt x="1090" y="63"/>
                    <a:pt x="1055" y="61"/>
                    <a:pt x="1021" y="61"/>
                  </a:cubicBezTo>
                  <a:cubicBezTo>
                    <a:pt x="517" y="61"/>
                    <a:pt x="88" y="467"/>
                    <a:pt x="31" y="979"/>
                  </a:cubicBezTo>
                  <a:cubicBezTo>
                    <a:pt x="0" y="1556"/>
                    <a:pt x="395" y="2043"/>
                    <a:pt x="973" y="2073"/>
                  </a:cubicBezTo>
                  <a:cubicBezTo>
                    <a:pt x="1915" y="2164"/>
                    <a:pt x="2888" y="2195"/>
                    <a:pt x="3830" y="2195"/>
                  </a:cubicBezTo>
                  <a:cubicBezTo>
                    <a:pt x="4985" y="2195"/>
                    <a:pt x="6171" y="2134"/>
                    <a:pt x="7326" y="2043"/>
                  </a:cubicBezTo>
                  <a:cubicBezTo>
                    <a:pt x="7873" y="1982"/>
                    <a:pt x="8298" y="1465"/>
                    <a:pt x="8238" y="918"/>
                  </a:cubicBezTo>
                  <a:cubicBezTo>
                    <a:pt x="8181" y="406"/>
                    <a:pt x="7751" y="0"/>
                    <a:pt x="7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6294280" y="4372819"/>
              <a:ext cx="229314" cy="117987"/>
            </a:xfrm>
            <a:custGeom>
              <a:avLst/>
              <a:gdLst/>
              <a:ahLst/>
              <a:cxnLst/>
              <a:rect l="l" t="t" r="r" b="b"/>
              <a:pathLst>
                <a:path w="8056" h="4145" extrusionOk="0">
                  <a:moveTo>
                    <a:pt x="1150" y="1"/>
                  </a:moveTo>
                  <a:cubicBezTo>
                    <a:pt x="780" y="1"/>
                    <a:pt x="418" y="209"/>
                    <a:pt x="244" y="558"/>
                  </a:cubicBezTo>
                  <a:cubicBezTo>
                    <a:pt x="0" y="1075"/>
                    <a:pt x="213" y="1682"/>
                    <a:pt x="699" y="1926"/>
                  </a:cubicBezTo>
                  <a:cubicBezTo>
                    <a:pt x="2614" y="2838"/>
                    <a:pt x="4621" y="3567"/>
                    <a:pt x="6687" y="4114"/>
                  </a:cubicBezTo>
                  <a:cubicBezTo>
                    <a:pt x="6779" y="4145"/>
                    <a:pt x="6870" y="4145"/>
                    <a:pt x="6931" y="4145"/>
                  </a:cubicBezTo>
                  <a:cubicBezTo>
                    <a:pt x="7387" y="4145"/>
                    <a:pt x="7812" y="3841"/>
                    <a:pt x="7934" y="3385"/>
                  </a:cubicBezTo>
                  <a:cubicBezTo>
                    <a:pt x="8055" y="2838"/>
                    <a:pt x="7751" y="2290"/>
                    <a:pt x="7204" y="2138"/>
                  </a:cubicBezTo>
                  <a:cubicBezTo>
                    <a:pt x="5259" y="1652"/>
                    <a:pt x="3374" y="953"/>
                    <a:pt x="1581" y="102"/>
                  </a:cubicBezTo>
                  <a:cubicBezTo>
                    <a:pt x="1443" y="33"/>
                    <a:pt x="1296" y="1"/>
                    <a:pt x="1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6981255" y="4365048"/>
              <a:ext cx="228460" cy="121432"/>
            </a:xfrm>
            <a:custGeom>
              <a:avLst/>
              <a:gdLst/>
              <a:ahLst/>
              <a:cxnLst/>
              <a:rect l="l" t="t" r="r" b="b"/>
              <a:pathLst>
                <a:path w="8026" h="4266" extrusionOk="0">
                  <a:moveTo>
                    <a:pt x="6864" y="0"/>
                  </a:moveTo>
                  <a:cubicBezTo>
                    <a:pt x="6713" y="0"/>
                    <a:pt x="6560" y="33"/>
                    <a:pt x="6414" y="101"/>
                  </a:cubicBezTo>
                  <a:cubicBezTo>
                    <a:pt x="4651" y="983"/>
                    <a:pt x="2767" y="1712"/>
                    <a:pt x="852" y="2259"/>
                  </a:cubicBezTo>
                  <a:cubicBezTo>
                    <a:pt x="305" y="2411"/>
                    <a:pt x="1" y="2989"/>
                    <a:pt x="153" y="3536"/>
                  </a:cubicBezTo>
                  <a:cubicBezTo>
                    <a:pt x="274" y="3962"/>
                    <a:pt x="700" y="4266"/>
                    <a:pt x="1125" y="4266"/>
                  </a:cubicBezTo>
                  <a:cubicBezTo>
                    <a:pt x="1216" y="4266"/>
                    <a:pt x="1308" y="4235"/>
                    <a:pt x="1399" y="4235"/>
                  </a:cubicBezTo>
                  <a:cubicBezTo>
                    <a:pt x="3435" y="3627"/>
                    <a:pt x="5441" y="2867"/>
                    <a:pt x="7326" y="1925"/>
                  </a:cubicBezTo>
                  <a:cubicBezTo>
                    <a:pt x="7843" y="1682"/>
                    <a:pt x="8025" y="1074"/>
                    <a:pt x="7782" y="557"/>
                  </a:cubicBezTo>
                  <a:cubicBezTo>
                    <a:pt x="7607" y="208"/>
                    <a:pt x="7245" y="0"/>
                    <a:pt x="6864" y="0"/>
                  </a:cubicBezTo>
                  <a:close/>
                </a:path>
              </a:pathLst>
            </a:custGeom>
            <a:solidFill>
              <a:srgbClr val="76B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013075" y="4165651"/>
              <a:ext cx="195583" cy="174604"/>
            </a:xfrm>
            <a:custGeom>
              <a:avLst/>
              <a:gdLst/>
              <a:ahLst/>
              <a:cxnLst/>
              <a:rect l="l" t="t" r="r" b="b"/>
              <a:pathLst>
                <a:path w="6871" h="6134" extrusionOk="0">
                  <a:moveTo>
                    <a:pt x="1134" y="1"/>
                  </a:moveTo>
                  <a:cubicBezTo>
                    <a:pt x="885" y="1"/>
                    <a:pt x="631" y="92"/>
                    <a:pt x="426" y="267"/>
                  </a:cubicBezTo>
                  <a:cubicBezTo>
                    <a:pt x="31" y="662"/>
                    <a:pt x="1" y="1301"/>
                    <a:pt x="366" y="1696"/>
                  </a:cubicBezTo>
                  <a:cubicBezTo>
                    <a:pt x="1794" y="3246"/>
                    <a:pt x="3405" y="4675"/>
                    <a:pt x="5138" y="5951"/>
                  </a:cubicBezTo>
                  <a:cubicBezTo>
                    <a:pt x="5320" y="6073"/>
                    <a:pt x="5502" y="6134"/>
                    <a:pt x="5715" y="6134"/>
                  </a:cubicBezTo>
                  <a:cubicBezTo>
                    <a:pt x="6050" y="6134"/>
                    <a:pt x="6353" y="5982"/>
                    <a:pt x="6536" y="5708"/>
                  </a:cubicBezTo>
                  <a:cubicBezTo>
                    <a:pt x="6870" y="5252"/>
                    <a:pt x="6779" y="4644"/>
                    <a:pt x="6323" y="4310"/>
                  </a:cubicBezTo>
                  <a:cubicBezTo>
                    <a:pt x="4712" y="3125"/>
                    <a:pt x="3192" y="1787"/>
                    <a:pt x="1855" y="328"/>
                  </a:cubicBezTo>
                  <a:cubicBezTo>
                    <a:pt x="1665" y="107"/>
                    <a:pt x="1402" y="1"/>
                    <a:pt x="1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7293601" y="4153069"/>
              <a:ext cx="193847" cy="176796"/>
            </a:xfrm>
            <a:custGeom>
              <a:avLst/>
              <a:gdLst/>
              <a:ahLst/>
              <a:cxnLst/>
              <a:rect l="l" t="t" r="r" b="b"/>
              <a:pathLst>
                <a:path w="6810" h="6211" extrusionOk="0">
                  <a:moveTo>
                    <a:pt x="5676" y="1"/>
                  </a:moveTo>
                  <a:cubicBezTo>
                    <a:pt x="5397" y="1"/>
                    <a:pt x="5121" y="115"/>
                    <a:pt x="4925" y="345"/>
                  </a:cubicBezTo>
                  <a:cubicBezTo>
                    <a:pt x="3617" y="1834"/>
                    <a:pt x="2128" y="3202"/>
                    <a:pt x="548" y="4418"/>
                  </a:cubicBezTo>
                  <a:cubicBezTo>
                    <a:pt x="92" y="4752"/>
                    <a:pt x="0" y="5390"/>
                    <a:pt x="335" y="5816"/>
                  </a:cubicBezTo>
                  <a:cubicBezTo>
                    <a:pt x="548" y="6089"/>
                    <a:pt x="851" y="6211"/>
                    <a:pt x="1155" y="6211"/>
                  </a:cubicBezTo>
                  <a:cubicBezTo>
                    <a:pt x="1368" y="6211"/>
                    <a:pt x="1581" y="6150"/>
                    <a:pt x="1763" y="6029"/>
                  </a:cubicBezTo>
                  <a:cubicBezTo>
                    <a:pt x="3466" y="4722"/>
                    <a:pt x="5046" y="3263"/>
                    <a:pt x="6444" y="1682"/>
                  </a:cubicBezTo>
                  <a:cubicBezTo>
                    <a:pt x="6809" y="1287"/>
                    <a:pt x="6779" y="649"/>
                    <a:pt x="6353" y="253"/>
                  </a:cubicBezTo>
                  <a:cubicBezTo>
                    <a:pt x="6157" y="85"/>
                    <a:pt x="5915" y="1"/>
                    <a:pt x="56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5832265" y="3866227"/>
              <a:ext cx="140190" cy="217074"/>
            </a:xfrm>
            <a:custGeom>
              <a:avLst/>
              <a:gdLst/>
              <a:ahLst/>
              <a:cxnLst/>
              <a:rect l="l" t="t" r="r" b="b"/>
              <a:pathLst>
                <a:path w="4925" h="7626" extrusionOk="0">
                  <a:moveTo>
                    <a:pt x="1148" y="0"/>
                  </a:moveTo>
                  <a:cubicBezTo>
                    <a:pt x="1039" y="0"/>
                    <a:pt x="929" y="19"/>
                    <a:pt x="821" y="57"/>
                  </a:cubicBezTo>
                  <a:cubicBezTo>
                    <a:pt x="304" y="239"/>
                    <a:pt x="0" y="817"/>
                    <a:pt x="182" y="1364"/>
                  </a:cubicBezTo>
                  <a:cubicBezTo>
                    <a:pt x="882" y="3339"/>
                    <a:pt x="1793" y="5285"/>
                    <a:pt x="2888" y="7139"/>
                  </a:cubicBezTo>
                  <a:cubicBezTo>
                    <a:pt x="3070" y="7443"/>
                    <a:pt x="3404" y="7625"/>
                    <a:pt x="3769" y="7625"/>
                  </a:cubicBezTo>
                  <a:cubicBezTo>
                    <a:pt x="3951" y="7625"/>
                    <a:pt x="4103" y="7564"/>
                    <a:pt x="4286" y="7473"/>
                  </a:cubicBezTo>
                  <a:cubicBezTo>
                    <a:pt x="4772" y="7200"/>
                    <a:pt x="4924" y="6561"/>
                    <a:pt x="4620" y="6075"/>
                  </a:cubicBezTo>
                  <a:cubicBezTo>
                    <a:pt x="3587" y="4373"/>
                    <a:pt x="2736" y="2549"/>
                    <a:pt x="2097" y="695"/>
                  </a:cubicBezTo>
                  <a:cubicBezTo>
                    <a:pt x="1953" y="262"/>
                    <a:pt x="1561" y="0"/>
                    <a:pt x="11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7525477" y="3850201"/>
              <a:ext cx="135863" cy="218383"/>
            </a:xfrm>
            <a:custGeom>
              <a:avLst/>
              <a:gdLst/>
              <a:ahLst/>
              <a:cxnLst/>
              <a:rect l="l" t="t" r="r" b="b"/>
              <a:pathLst>
                <a:path w="4773" h="7672" extrusionOk="0">
                  <a:moveTo>
                    <a:pt x="3651" y="1"/>
                  </a:moveTo>
                  <a:cubicBezTo>
                    <a:pt x="3215" y="1"/>
                    <a:pt x="2824" y="265"/>
                    <a:pt x="2675" y="711"/>
                  </a:cubicBezTo>
                  <a:cubicBezTo>
                    <a:pt x="2067" y="2595"/>
                    <a:pt x="1277" y="4419"/>
                    <a:pt x="274" y="6152"/>
                  </a:cubicBezTo>
                  <a:cubicBezTo>
                    <a:pt x="0" y="6638"/>
                    <a:pt x="152" y="7246"/>
                    <a:pt x="639" y="7550"/>
                  </a:cubicBezTo>
                  <a:cubicBezTo>
                    <a:pt x="791" y="7641"/>
                    <a:pt x="973" y="7671"/>
                    <a:pt x="1155" y="7671"/>
                  </a:cubicBezTo>
                  <a:cubicBezTo>
                    <a:pt x="1490" y="7671"/>
                    <a:pt x="1824" y="7489"/>
                    <a:pt x="2037" y="7155"/>
                  </a:cubicBezTo>
                  <a:cubicBezTo>
                    <a:pt x="3101" y="5301"/>
                    <a:pt x="3952" y="3325"/>
                    <a:pt x="4621" y="1319"/>
                  </a:cubicBezTo>
                  <a:cubicBezTo>
                    <a:pt x="4773" y="802"/>
                    <a:pt x="4469" y="225"/>
                    <a:pt x="3952" y="42"/>
                  </a:cubicBezTo>
                  <a:cubicBezTo>
                    <a:pt x="3851" y="14"/>
                    <a:pt x="3750" y="1"/>
                    <a:pt x="36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7633615" y="3502701"/>
              <a:ext cx="62338" cy="233641"/>
            </a:xfrm>
            <a:custGeom>
              <a:avLst/>
              <a:gdLst/>
              <a:ahLst/>
              <a:cxnLst/>
              <a:rect l="l" t="t" r="r" b="b"/>
              <a:pathLst>
                <a:path w="2190" h="8208" extrusionOk="0">
                  <a:moveTo>
                    <a:pt x="1156" y="1"/>
                  </a:moveTo>
                  <a:cubicBezTo>
                    <a:pt x="609" y="1"/>
                    <a:pt x="153" y="457"/>
                    <a:pt x="153" y="1004"/>
                  </a:cubicBezTo>
                  <a:lnTo>
                    <a:pt x="153" y="4712"/>
                  </a:lnTo>
                  <a:cubicBezTo>
                    <a:pt x="153" y="5502"/>
                    <a:pt x="122" y="6293"/>
                    <a:pt x="62" y="7083"/>
                  </a:cubicBezTo>
                  <a:cubicBezTo>
                    <a:pt x="1" y="7660"/>
                    <a:pt x="396" y="8147"/>
                    <a:pt x="974" y="8208"/>
                  </a:cubicBezTo>
                  <a:lnTo>
                    <a:pt x="1065" y="8208"/>
                  </a:lnTo>
                  <a:cubicBezTo>
                    <a:pt x="1581" y="8208"/>
                    <a:pt x="2037" y="7812"/>
                    <a:pt x="2068" y="7265"/>
                  </a:cubicBezTo>
                  <a:cubicBezTo>
                    <a:pt x="2129" y="6414"/>
                    <a:pt x="2189" y="5563"/>
                    <a:pt x="2189" y="4712"/>
                  </a:cubicBezTo>
                  <a:lnTo>
                    <a:pt x="2189" y="1004"/>
                  </a:lnTo>
                  <a:cubicBezTo>
                    <a:pt x="2189" y="457"/>
                    <a:pt x="1733" y="1"/>
                    <a:pt x="1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7637942" y="3150560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04" y="1"/>
                  </a:moveTo>
                  <a:cubicBezTo>
                    <a:pt x="457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7" y="8208"/>
                    <a:pt x="100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637942" y="2798420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04" y="1"/>
                  </a:moveTo>
                  <a:cubicBezTo>
                    <a:pt x="457" y="1"/>
                    <a:pt x="1" y="457"/>
                    <a:pt x="1" y="1034"/>
                  </a:cubicBezTo>
                  <a:lnTo>
                    <a:pt x="1" y="7205"/>
                  </a:lnTo>
                  <a:cubicBezTo>
                    <a:pt x="1" y="7782"/>
                    <a:pt x="457" y="8208"/>
                    <a:pt x="1004" y="8208"/>
                  </a:cubicBezTo>
                  <a:cubicBezTo>
                    <a:pt x="1581" y="820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7637942" y="2447162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717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51"/>
                    <a:pt x="2037" y="717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rgbClr val="76B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7637942" y="2095021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720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7637942" y="1742881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34"/>
                  </a:cubicBezTo>
                  <a:lnTo>
                    <a:pt x="1" y="720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81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639679" y="1394013"/>
              <a:ext cx="64046" cy="144688"/>
            </a:xfrm>
            <a:custGeom>
              <a:avLst/>
              <a:gdLst/>
              <a:ahLst/>
              <a:cxnLst/>
              <a:rect l="l" t="t" r="r" b="b"/>
              <a:pathLst>
                <a:path w="2250" h="5083" extrusionOk="0">
                  <a:moveTo>
                    <a:pt x="1191" y="1"/>
                  </a:moveTo>
                  <a:cubicBezTo>
                    <a:pt x="666" y="1"/>
                    <a:pt x="240" y="380"/>
                    <a:pt x="183" y="919"/>
                  </a:cubicBezTo>
                  <a:cubicBezTo>
                    <a:pt x="61" y="1952"/>
                    <a:pt x="1" y="3016"/>
                    <a:pt x="1" y="4049"/>
                  </a:cubicBezTo>
                  <a:cubicBezTo>
                    <a:pt x="1" y="4627"/>
                    <a:pt x="457" y="5083"/>
                    <a:pt x="1034" y="5083"/>
                  </a:cubicBezTo>
                  <a:cubicBezTo>
                    <a:pt x="1581" y="5083"/>
                    <a:pt x="2037" y="4627"/>
                    <a:pt x="2037" y="4049"/>
                  </a:cubicBezTo>
                  <a:cubicBezTo>
                    <a:pt x="2037" y="3077"/>
                    <a:pt x="2098" y="2104"/>
                    <a:pt x="2189" y="1131"/>
                  </a:cubicBezTo>
                  <a:cubicBezTo>
                    <a:pt x="2250" y="584"/>
                    <a:pt x="1855" y="68"/>
                    <a:pt x="1308" y="7"/>
                  </a:cubicBezTo>
                  <a:cubicBezTo>
                    <a:pt x="1268" y="3"/>
                    <a:pt x="1230" y="1"/>
                    <a:pt x="1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7678619" y="1065470"/>
              <a:ext cx="139336" cy="216277"/>
            </a:xfrm>
            <a:custGeom>
              <a:avLst/>
              <a:gdLst/>
              <a:ahLst/>
              <a:cxnLst/>
              <a:rect l="l" t="t" r="r" b="b"/>
              <a:pathLst>
                <a:path w="4895" h="7598" extrusionOk="0">
                  <a:moveTo>
                    <a:pt x="3738" y="1"/>
                  </a:moveTo>
                  <a:cubicBezTo>
                    <a:pt x="3394" y="1"/>
                    <a:pt x="3059" y="183"/>
                    <a:pt x="2858" y="485"/>
                  </a:cubicBezTo>
                  <a:cubicBezTo>
                    <a:pt x="1763" y="2339"/>
                    <a:pt x="852" y="4254"/>
                    <a:pt x="183" y="6260"/>
                  </a:cubicBezTo>
                  <a:cubicBezTo>
                    <a:pt x="0" y="6777"/>
                    <a:pt x="304" y="7354"/>
                    <a:pt x="821" y="7537"/>
                  </a:cubicBezTo>
                  <a:cubicBezTo>
                    <a:pt x="943" y="7567"/>
                    <a:pt x="1034" y="7597"/>
                    <a:pt x="1156" y="7597"/>
                  </a:cubicBezTo>
                  <a:cubicBezTo>
                    <a:pt x="1581" y="7597"/>
                    <a:pt x="1976" y="7324"/>
                    <a:pt x="2098" y="6898"/>
                  </a:cubicBezTo>
                  <a:cubicBezTo>
                    <a:pt x="2736" y="5044"/>
                    <a:pt x="3587" y="3251"/>
                    <a:pt x="4590" y="1549"/>
                  </a:cubicBezTo>
                  <a:cubicBezTo>
                    <a:pt x="4894" y="1062"/>
                    <a:pt x="4742" y="424"/>
                    <a:pt x="4256" y="150"/>
                  </a:cubicBezTo>
                  <a:cubicBezTo>
                    <a:pt x="4092" y="48"/>
                    <a:pt x="3914" y="1"/>
                    <a:pt x="3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9364914" y="1065015"/>
              <a:ext cx="139336" cy="215850"/>
            </a:xfrm>
            <a:custGeom>
              <a:avLst/>
              <a:gdLst/>
              <a:ahLst/>
              <a:cxnLst/>
              <a:rect l="l" t="t" r="r" b="b"/>
              <a:pathLst>
                <a:path w="4895" h="7583" extrusionOk="0">
                  <a:moveTo>
                    <a:pt x="1150" y="1"/>
                  </a:moveTo>
                  <a:cubicBezTo>
                    <a:pt x="977" y="1"/>
                    <a:pt x="801" y="45"/>
                    <a:pt x="639" y="136"/>
                  </a:cubicBezTo>
                  <a:cubicBezTo>
                    <a:pt x="153" y="440"/>
                    <a:pt x="1" y="1048"/>
                    <a:pt x="274" y="1534"/>
                  </a:cubicBezTo>
                  <a:cubicBezTo>
                    <a:pt x="1308" y="3236"/>
                    <a:pt x="2159" y="5060"/>
                    <a:pt x="2767" y="6884"/>
                  </a:cubicBezTo>
                  <a:cubicBezTo>
                    <a:pt x="2919" y="7309"/>
                    <a:pt x="3314" y="7583"/>
                    <a:pt x="3739" y="7583"/>
                  </a:cubicBezTo>
                  <a:cubicBezTo>
                    <a:pt x="3861" y="7583"/>
                    <a:pt x="3952" y="7583"/>
                    <a:pt x="4074" y="7522"/>
                  </a:cubicBezTo>
                  <a:cubicBezTo>
                    <a:pt x="4590" y="7340"/>
                    <a:pt x="4894" y="6793"/>
                    <a:pt x="4712" y="6246"/>
                  </a:cubicBezTo>
                  <a:cubicBezTo>
                    <a:pt x="4013" y="4270"/>
                    <a:pt x="3131" y="2324"/>
                    <a:pt x="2037" y="501"/>
                  </a:cubicBezTo>
                  <a:cubicBezTo>
                    <a:pt x="1835" y="177"/>
                    <a:pt x="1497" y="1"/>
                    <a:pt x="11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7856866" y="808773"/>
              <a:ext cx="194701" cy="174462"/>
            </a:xfrm>
            <a:custGeom>
              <a:avLst/>
              <a:gdLst/>
              <a:ahLst/>
              <a:cxnLst/>
              <a:rect l="l" t="t" r="r" b="b"/>
              <a:pathLst>
                <a:path w="6840" h="6129" extrusionOk="0">
                  <a:moveTo>
                    <a:pt x="5693" y="1"/>
                  </a:moveTo>
                  <a:cubicBezTo>
                    <a:pt x="5486" y="1"/>
                    <a:pt x="5279" y="66"/>
                    <a:pt x="5106" y="202"/>
                  </a:cubicBezTo>
                  <a:cubicBezTo>
                    <a:pt x="3374" y="1478"/>
                    <a:pt x="1793" y="2907"/>
                    <a:pt x="395" y="4427"/>
                  </a:cubicBezTo>
                  <a:cubicBezTo>
                    <a:pt x="0" y="4852"/>
                    <a:pt x="30" y="5491"/>
                    <a:pt x="456" y="5886"/>
                  </a:cubicBezTo>
                  <a:cubicBezTo>
                    <a:pt x="638" y="6038"/>
                    <a:pt x="881" y="6129"/>
                    <a:pt x="1125" y="6129"/>
                  </a:cubicBezTo>
                  <a:cubicBezTo>
                    <a:pt x="1398" y="6129"/>
                    <a:pt x="1672" y="6038"/>
                    <a:pt x="1885" y="5825"/>
                  </a:cubicBezTo>
                  <a:cubicBezTo>
                    <a:pt x="3222" y="4366"/>
                    <a:pt x="4681" y="3028"/>
                    <a:pt x="6292" y="1843"/>
                  </a:cubicBezTo>
                  <a:cubicBezTo>
                    <a:pt x="6748" y="1509"/>
                    <a:pt x="6839" y="870"/>
                    <a:pt x="6505" y="414"/>
                  </a:cubicBezTo>
                  <a:cubicBezTo>
                    <a:pt x="6306" y="143"/>
                    <a:pt x="5999" y="1"/>
                    <a:pt x="56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9130448" y="808773"/>
              <a:ext cx="194701" cy="174462"/>
            </a:xfrm>
            <a:custGeom>
              <a:avLst/>
              <a:gdLst/>
              <a:ahLst/>
              <a:cxnLst/>
              <a:rect l="l" t="t" r="r" b="b"/>
              <a:pathLst>
                <a:path w="6840" h="6129" extrusionOk="0">
                  <a:moveTo>
                    <a:pt x="1153" y="1"/>
                  </a:moveTo>
                  <a:cubicBezTo>
                    <a:pt x="841" y="1"/>
                    <a:pt x="534" y="143"/>
                    <a:pt x="335" y="414"/>
                  </a:cubicBezTo>
                  <a:cubicBezTo>
                    <a:pt x="0" y="870"/>
                    <a:pt x="92" y="1478"/>
                    <a:pt x="548" y="1813"/>
                  </a:cubicBezTo>
                  <a:cubicBezTo>
                    <a:pt x="2159" y="2998"/>
                    <a:pt x="3648" y="4336"/>
                    <a:pt x="4955" y="5794"/>
                  </a:cubicBezTo>
                  <a:cubicBezTo>
                    <a:pt x="5168" y="6007"/>
                    <a:pt x="5441" y="6129"/>
                    <a:pt x="5715" y="6129"/>
                  </a:cubicBezTo>
                  <a:cubicBezTo>
                    <a:pt x="5958" y="6129"/>
                    <a:pt x="6201" y="6038"/>
                    <a:pt x="6414" y="5855"/>
                  </a:cubicBezTo>
                  <a:cubicBezTo>
                    <a:pt x="6809" y="5460"/>
                    <a:pt x="6840" y="4822"/>
                    <a:pt x="6475" y="4427"/>
                  </a:cubicBezTo>
                  <a:cubicBezTo>
                    <a:pt x="5046" y="2877"/>
                    <a:pt x="3466" y="1448"/>
                    <a:pt x="1763" y="202"/>
                  </a:cubicBezTo>
                  <a:cubicBezTo>
                    <a:pt x="1579" y="66"/>
                    <a:pt x="1365" y="1"/>
                    <a:pt x="11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8135453" y="657652"/>
              <a:ext cx="228432" cy="118813"/>
            </a:xfrm>
            <a:custGeom>
              <a:avLst/>
              <a:gdLst/>
              <a:ahLst/>
              <a:cxnLst/>
              <a:rect l="l" t="t" r="r" b="b"/>
              <a:pathLst>
                <a:path w="8025" h="4174" extrusionOk="0">
                  <a:moveTo>
                    <a:pt x="6910" y="0"/>
                  </a:moveTo>
                  <a:cubicBezTo>
                    <a:pt x="6817" y="0"/>
                    <a:pt x="6722" y="13"/>
                    <a:pt x="6627" y="40"/>
                  </a:cubicBezTo>
                  <a:cubicBezTo>
                    <a:pt x="4590" y="587"/>
                    <a:pt x="2614" y="1347"/>
                    <a:pt x="730" y="2258"/>
                  </a:cubicBezTo>
                  <a:cubicBezTo>
                    <a:pt x="213" y="2502"/>
                    <a:pt x="0" y="3109"/>
                    <a:pt x="244" y="3596"/>
                  </a:cubicBezTo>
                  <a:cubicBezTo>
                    <a:pt x="426" y="3961"/>
                    <a:pt x="791" y="4173"/>
                    <a:pt x="1155" y="4173"/>
                  </a:cubicBezTo>
                  <a:cubicBezTo>
                    <a:pt x="1307" y="4173"/>
                    <a:pt x="1459" y="4143"/>
                    <a:pt x="1581" y="4082"/>
                  </a:cubicBezTo>
                  <a:cubicBezTo>
                    <a:pt x="3374" y="3201"/>
                    <a:pt x="5259" y="2502"/>
                    <a:pt x="7174" y="1985"/>
                  </a:cubicBezTo>
                  <a:cubicBezTo>
                    <a:pt x="7721" y="1833"/>
                    <a:pt x="8025" y="1286"/>
                    <a:pt x="7873" y="739"/>
                  </a:cubicBezTo>
                  <a:cubicBezTo>
                    <a:pt x="7747" y="287"/>
                    <a:pt x="7352" y="0"/>
                    <a:pt x="69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8818101" y="656855"/>
              <a:ext cx="228460" cy="119610"/>
            </a:xfrm>
            <a:custGeom>
              <a:avLst/>
              <a:gdLst/>
              <a:ahLst/>
              <a:cxnLst/>
              <a:rect l="l" t="t" r="r" b="b"/>
              <a:pathLst>
                <a:path w="8026" h="4202" extrusionOk="0">
                  <a:moveTo>
                    <a:pt x="1132" y="0"/>
                  </a:moveTo>
                  <a:cubicBezTo>
                    <a:pt x="683" y="0"/>
                    <a:pt x="280" y="309"/>
                    <a:pt x="153" y="767"/>
                  </a:cubicBezTo>
                  <a:cubicBezTo>
                    <a:pt x="1" y="1283"/>
                    <a:pt x="305" y="1861"/>
                    <a:pt x="852" y="2013"/>
                  </a:cubicBezTo>
                  <a:cubicBezTo>
                    <a:pt x="2767" y="2530"/>
                    <a:pt x="4651" y="3229"/>
                    <a:pt x="6445" y="4080"/>
                  </a:cubicBezTo>
                  <a:cubicBezTo>
                    <a:pt x="6566" y="4171"/>
                    <a:pt x="6718" y="4201"/>
                    <a:pt x="6870" y="4201"/>
                  </a:cubicBezTo>
                  <a:cubicBezTo>
                    <a:pt x="7265" y="4201"/>
                    <a:pt x="7600" y="3989"/>
                    <a:pt x="7782" y="3624"/>
                  </a:cubicBezTo>
                  <a:cubicBezTo>
                    <a:pt x="8025" y="3107"/>
                    <a:pt x="7812" y="2499"/>
                    <a:pt x="7296" y="2256"/>
                  </a:cubicBezTo>
                  <a:cubicBezTo>
                    <a:pt x="5411" y="1344"/>
                    <a:pt x="3435" y="615"/>
                    <a:pt x="1399" y="37"/>
                  </a:cubicBezTo>
                  <a:cubicBezTo>
                    <a:pt x="1309" y="12"/>
                    <a:pt x="1220" y="0"/>
                    <a:pt x="1132" y="0"/>
                  </a:cubicBezTo>
                  <a:close/>
                </a:path>
              </a:pathLst>
            </a:custGeom>
            <a:solidFill>
              <a:srgbClr val="C73C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8473760" y="622868"/>
              <a:ext cx="234495" cy="61171"/>
            </a:xfrm>
            <a:custGeom>
              <a:avLst/>
              <a:gdLst/>
              <a:ahLst/>
              <a:cxnLst/>
              <a:rect l="l" t="t" r="r" b="b"/>
              <a:pathLst>
                <a:path w="8238" h="2149" extrusionOk="0">
                  <a:moveTo>
                    <a:pt x="4119" y="0"/>
                  </a:moveTo>
                  <a:cubicBezTo>
                    <a:pt x="3063" y="0"/>
                    <a:pt x="2006" y="46"/>
                    <a:pt x="973" y="137"/>
                  </a:cubicBezTo>
                  <a:cubicBezTo>
                    <a:pt x="395" y="167"/>
                    <a:pt x="0" y="684"/>
                    <a:pt x="31" y="1231"/>
                  </a:cubicBezTo>
                  <a:cubicBezTo>
                    <a:pt x="91" y="1748"/>
                    <a:pt x="517" y="2143"/>
                    <a:pt x="1064" y="2143"/>
                  </a:cubicBezTo>
                  <a:lnTo>
                    <a:pt x="1155" y="2143"/>
                  </a:lnTo>
                  <a:cubicBezTo>
                    <a:pt x="2128" y="2052"/>
                    <a:pt x="3123" y="2006"/>
                    <a:pt x="4119" y="2006"/>
                  </a:cubicBezTo>
                  <a:cubicBezTo>
                    <a:pt x="5114" y="2006"/>
                    <a:pt x="6110" y="2052"/>
                    <a:pt x="7082" y="2143"/>
                  </a:cubicBezTo>
                  <a:cubicBezTo>
                    <a:pt x="7119" y="2147"/>
                    <a:pt x="7156" y="2149"/>
                    <a:pt x="7192" y="2149"/>
                  </a:cubicBezTo>
                  <a:cubicBezTo>
                    <a:pt x="7720" y="2149"/>
                    <a:pt x="8150" y="1743"/>
                    <a:pt x="8207" y="1231"/>
                  </a:cubicBezTo>
                  <a:cubicBezTo>
                    <a:pt x="8237" y="654"/>
                    <a:pt x="7842" y="167"/>
                    <a:pt x="7265" y="137"/>
                  </a:cubicBezTo>
                  <a:cubicBezTo>
                    <a:pt x="6231" y="46"/>
                    <a:pt x="5175" y="0"/>
                    <a:pt x="4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9479115" y="1394013"/>
              <a:ext cx="64075" cy="144688"/>
            </a:xfrm>
            <a:custGeom>
              <a:avLst/>
              <a:gdLst/>
              <a:ahLst/>
              <a:cxnLst/>
              <a:rect l="l" t="t" r="r" b="b"/>
              <a:pathLst>
                <a:path w="2251" h="5083" extrusionOk="0">
                  <a:moveTo>
                    <a:pt x="1054" y="1"/>
                  </a:moveTo>
                  <a:cubicBezTo>
                    <a:pt x="1018" y="1"/>
                    <a:pt x="980" y="3"/>
                    <a:pt x="943" y="7"/>
                  </a:cubicBezTo>
                  <a:cubicBezTo>
                    <a:pt x="396" y="68"/>
                    <a:pt x="1" y="584"/>
                    <a:pt x="62" y="1131"/>
                  </a:cubicBezTo>
                  <a:cubicBezTo>
                    <a:pt x="153" y="2104"/>
                    <a:pt x="214" y="3077"/>
                    <a:pt x="214" y="4049"/>
                  </a:cubicBezTo>
                  <a:cubicBezTo>
                    <a:pt x="214" y="4627"/>
                    <a:pt x="670" y="5083"/>
                    <a:pt x="1217" y="5083"/>
                  </a:cubicBezTo>
                  <a:cubicBezTo>
                    <a:pt x="1794" y="5083"/>
                    <a:pt x="2250" y="4627"/>
                    <a:pt x="2250" y="4049"/>
                  </a:cubicBezTo>
                  <a:cubicBezTo>
                    <a:pt x="2250" y="3016"/>
                    <a:pt x="2189" y="1952"/>
                    <a:pt x="2068" y="919"/>
                  </a:cubicBezTo>
                  <a:cubicBezTo>
                    <a:pt x="2011" y="380"/>
                    <a:pt x="1559" y="1"/>
                    <a:pt x="1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1332415" y="2544056"/>
              <a:ext cx="57129" cy="144517"/>
            </a:xfrm>
            <a:custGeom>
              <a:avLst/>
              <a:gdLst/>
              <a:ahLst/>
              <a:cxnLst/>
              <a:rect l="l" t="t" r="r" b="b"/>
              <a:pathLst>
                <a:path w="2007" h="5077" extrusionOk="0">
                  <a:moveTo>
                    <a:pt x="1004" y="0"/>
                  </a:moveTo>
                  <a:cubicBezTo>
                    <a:pt x="456" y="0"/>
                    <a:pt x="1" y="456"/>
                    <a:pt x="1" y="1034"/>
                  </a:cubicBezTo>
                  <a:lnTo>
                    <a:pt x="1" y="4073"/>
                  </a:lnTo>
                  <a:cubicBezTo>
                    <a:pt x="1" y="4621"/>
                    <a:pt x="456" y="5077"/>
                    <a:pt x="1004" y="5077"/>
                  </a:cubicBezTo>
                  <a:cubicBezTo>
                    <a:pt x="1581" y="5077"/>
                    <a:pt x="2007" y="4621"/>
                    <a:pt x="2007" y="4073"/>
                  </a:cubicBezTo>
                  <a:lnTo>
                    <a:pt x="2007" y="1034"/>
                  </a:lnTo>
                  <a:cubicBezTo>
                    <a:pt x="2007" y="456"/>
                    <a:pt x="1551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0317523" y="4462057"/>
              <a:ext cx="236231" cy="61627"/>
            </a:xfrm>
            <a:custGeom>
              <a:avLst/>
              <a:gdLst/>
              <a:ahLst/>
              <a:cxnLst/>
              <a:rect l="l" t="t" r="r" b="b"/>
              <a:pathLst>
                <a:path w="8299" h="2165" extrusionOk="0">
                  <a:moveTo>
                    <a:pt x="1046" y="1"/>
                  </a:moveTo>
                  <a:cubicBezTo>
                    <a:pt x="517" y="1"/>
                    <a:pt x="90" y="406"/>
                    <a:pt x="61" y="918"/>
                  </a:cubicBezTo>
                  <a:cubicBezTo>
                    <a:pt x="0" y="1465"/>
                    <a:pt x="396" y="1982"/>
                    <a:pt x="973" y="2013"/>
                  </a:cubicBezTo>
                  <a:cubicBezTo>
                    <a:pt x="2037" y="2104"/>
                    <a:pt x="3162" y="2165"/>
                    <a:pt x="4256" y="2165"/>
                  </a:cubicBezTo>
                  <a:cubicBezTo>
                    <a:pt x="5289" y="2165"/>
                    <a:pt x="6323" y="2134"/>
                    <a:pt x="7326" y="2043"/>
                  </a:cubicBezTo>
                  <a:cubicBezTo>
                    <a:pt x="7873" y="1982"/>
                    <a:pt x="8298" y="1496"/>
                    <a:pt x="8238" y="949"/>
                  </a:cubicBezTo>
                  <a:cubicBezTo>
                    <a:pt x="8208" y="392"/>
                    <a:pt x="7755" y="5"/>
                    <a:pt x="7206" y="5"/>
                  </a:cubicBezTo>
                  <a:cubicBezTo>
                    <a:pt x="7185" y="5"/>
                    <a:pt x="7164" y="5"/>
                    <a:pt x="7143" y="6"/>
                  </a:cubicBezTo>
                  <a:cubicBezTo>
                    <a:pt x="6156" y="98"/>
                    <a:pt x="5152" y="143"/>
                    <a:pt x="4149" y="143"/>
                  </a:cubicBezTo>
                  <a:cubicBezTo>
                    <a:pt x="3146" y="143"/>
                    <a:pt x="2143" y="98"/>
                    <a:pt x="1155" y="6"/>
                  </a:cubicBezTo>
                  <a:cubicBezTo>
                    <a:pt x="1118" y="3"/>
                    <a:pt x="1082" y="1"/>
                    <a:pt x="10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0664483" y="4369375"/>
              <a:ext cx="230168" cy="119695"/>
            </a:xfrm>
            <a:custGeom>
              <a:avLst/>
              <a:gdLst/>
              <a:ahLst/>
              <a:cxnLst/>
              <a:rect l="l" t="t" r="r" b="b"/>
              <a:pathLst>
                <a:path w="8086" h="4205" extrusionOk="0">
                  <a:moveTo>
                    <a:pt x="6919" y="1"/>
                  </a:moveTo>
                  <a:cubicBezTo>
                    <a:pt x="6771" y="1"/>
                    <a:pt x="6619" y="33"/>
                    <a:pt x="6474" y="101"/>
                  </a:cubicBezTo>
                  <a:cubicBezTo>
                    <a:pt x="4681" y="983"/>
                    <a:pt x="2796" y="1682"/>
                    <a:pt x="882" y="2229"/>
                  </a:cubicBezTo>
                  <a:cubicBezTo>
                    <a:pt x="334" y="2351"/>
                    <a:pt x="0" y="2928"/>
                    <a:pt x="152" y="3445"/>
                  </a:cubicBezTo>
                  <a:cubicBezTo>
                    <a:pt x="274" y="3901"/>
                    <a:pt x="699" y="4205"/>
                    <a:pt x="1125" y="4205"/>
                  </a:cubicBezTo>
                  <a:cubicBezTo>
                    <a:pt x="1216" y="4205"/>
                    <a:pt x="1307" y="4205"/>
                    <a:pt x="1398" y="4174"/>
                  </a:cubicBezTo>
                  <a:cubicBezTo>
                    <a:pt x="3465" y="3627"/>
                    <a:pt x="5471" y="2867"/>
                    <a:pt x="7356" y="1955"/>
                  </a:cubicBezTo>
                  <a:cubicBezTo>
                    <a:pt x="7873" y="1682"/>
                    <a:pt x="8085" y="1104"/>
                    <a:pt x="7842" y="588"/>
                  </a:cubicBezTo>
                  <a:cubicBezTo>
                    <a:pt x="7667" y="215"/>
                    <a:pt x="7303" y="1"/>
                    <a:pt x="6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9977481" y="4367496"/>
              <a:ext cx="229314" cy="120720"/>
            </a:xfrm>
            <a:custGeom>
              <a:avLst/>
              <a:gdLst/>
              <a:ahLst/>
              <a:cxnLst/>
              <a:rect l="l" t="t" r="r" b="b"/>
              <a:pathLst>
                <a:path w="8056" h="4241" extrusionOk="0">
                  <a:moveTo>
                    <a:pt x="1142" y="0"/>
                  </a:moveTo>
                  <a:cubicBezTo>
                    <a:pt x="768" y="0"/>
                    <a:pt x="415" y="198"/>
                    <a:pt x="244" y="562"/>
                  </a:cubicBezTo>
                  <a:cubicBezTo>
                    <a:pt x="1" y="1049"/>
                    <a:pt x="214" y="1657"/>
                    <a:pt x="700" y="1930"/>
                  </a:cubicBezTo>
                  <a:cubicBezTo>
                    <a:pt x="2615" y="2842"/>
                    <a:pt x="4621" y="3602"/>
                    <a:pt x="6658" y="4180"/>
                  </a:cubicBezTo>
                  <a:cubicBezTo>
                    <a:pt x="6749" y="4210"/>
                    <a:pt x="6840" y="4240"/>
                    <a:pt x="6931" y="4240"/>
                  </a:cubicBezTo>
                  <a:cubicBezTo>
                    <a:pt x="7387" y="4240"/>
                    <a:pt x="7782" y="3936"/>
                    <a:pt x="7904" y="3480"/>
                  </a:cubicBezTo>
                  <a:cubicBezTo>
                    <a:pt x="8056" y="2933"/>
                    <a:pt x="7752" y="2386"/>
                    <a:pt x="7205" y="2234"/>
                  </a:cubicBezTo>
                  <a:cubicBezTo>
                    <a:pt x="5259" y="1687"/>
                    <a:pt x="3375" y="988"/>
                    <a:pt x="1612" y="107"/>
                  </a:cubicBezTo>
                  <a:cubicBezTo>
                    <a:pt x="1459" y="35"/>
                    <a:pt x="1299" y="0"/>
                    <a:pt x="11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0979420" y="4160868"/>
              <a:ext cx="194701" cy="175942"/>
            </a:xfrm>
            <a:custGeom>
              <a:avLst/>
              <a:gdLst/>
              <a:ahLst/>
              <a:cxnLst/>
              <a:rect l="l" t="t" r="r" b="b"/>
              <a:pathLst>
                <a:path w="6840" h="6181" extrusionOk="0">
                  <a:moveTo>
                    <a:pt x="5736" y="0"/>
                  </a:moveTo>
                  <a:cubicBezTo>
                    <a:pt x="5457" y="0"/>
                    <a:pt x="5181" y="115"/>
                    <a:pt x="4985" y="344"/>
                  </a:cubicBezTo>
                  <a:cubicBezTo>
                    <a:pt x="3648" y="1803"/>
                    <a:pt x="2158" y="3141"/>
                    <a:pt x="547" y="4326"/>
                  </a:cubicBezTo>
                  <a:cubicBezTo>
                    <a:pt x="91" y="4660"/>
                    <a:pt x="0" y="5299"/>
                    <a:pt x="334" y="5755"/>
                  </a:cubicBezTo>
                  <a:cubicBezTo>
                    <a:pt x="547" y="6028"/>
                    <a:pt x="851" y="6180"/>
                    <a:pt x="1155" y="6180"/>
                  </a:cubicBezTo>
                  <a:cubicBezTo>
                    <a:pt x="1368" y="6180"/>
                    <a:pt x="1581" y="6119"/>
                    <a:pt x="1733" y="5967"/>
                  </a:cubicBezTo>
                  <a:cubicBezTo>
                    <a:pt x="3465" y="4691"/>
                    <a:pt x="5046" y="3262"/>
                    <a:pt x="6474" y="1682"/>
                  </a:cubicBezTo>
                  <a:cubicBezTo>
                    <a:pt x="6839" y="1286"/>
                    <a:pt x="6839" y="648"/>
                    <a:pt x="6414" y="253"/>
                  </a:cubicBezTo>
                  <a:cubicBezTo>
                    <a:pt x="6217" y="85"/>
                    <a:pt x="5975" y="0"/>
                    <a:pt x="57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9698894" y="4156542"/>
              <a:ext cx="194701" cy="176796"/>
            </a:xfrm>
            <a:custGeom>
              <a:avLst/>
              <a:gdLst/>
              <a:ahLst/>
              <a:cxnLst/>
              <a:rect l="l" t="t" r="r" b="b"/>
              <a:pathLst>
                <a:path w="6840" h="6211" extrusionOk="0">
                  <a:moveTo>
                    <a:pt x="1111" y="0"/>
                  </a:moveTo>
                  <a:cubicBezTo>
                    <a:pt x="873" y="0"/>
                    <a:pt x="639" y="85"/>
                    <a:pt x="456" y="253"/>
                  </a:cubicBezTo>
                  <a:cubicBezTo>
                    <a:pt x="31" y="648"/>
                    <a:pt x="0" y="1286"/>
                    <a:pt x="365" y="1682"/>
                  </a:cubicBezTo>
                  <a:cubicBezTo>
                    <a:pt x="1763" y="3262"/>
                    <a:pt x="3374" y="4721"/>
                    <a:pt x="5077" y="5998"/>
                  </a:cubicBezTo>
                  <a:cubicBezTo>
                    <a:pt x="5259" y="6150"/>
                    <a:pt x="5472" y="6211"/>
                    <a:pt x="5684" y="6211"/>
                  </a:cubicBezTo>
                  <a:cubicBezTo>
                    <a:pt x="5988" y="6211"/>
                    <a:pt x="6292" y="6059"/>
                    <a:pt x="6505" y="5785"/>
                  </a:cubicBezTo>
                  <a:cubicBezTo>
                    <a:pt x="6839" y="5359"/>
                    <a:pt x="6748" y="4721"/>
                    <a:pt x="6292" y="4387"/>
                  </a:cubicBezTo>
                  <a:cubicBezTo>
                    <a:pt x="4681" y="3171"/>
                    <a:pt x="3192" y="1803"/>
                    <a:pt x="1885" y="344"/>
                  </a:cubicBezTo>
                  <a:cubicBezTo>
                    <a:pt x="1672" y="115"/>
                    <a:pt x="1389" y="0"/>
                    <a:pt x="1111" y="0"/>
                  </a:cubicBezTo>
                  <a:close/>
                </a:path>
              </a:pathLst>
            </a:custGeom>
            <a:solidFill>
              <a:srgbClr val="C73C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11213886" y="3859396"/>
              <a:ext cx="138454" cy="217843"/>
            </a:xfrm>
            <a:custGeom>
              <a:avLst/>
              <a:gdLst/>
              <a:ahLst/>
              <a:cxnLst/>
              <a:rect l="l" t="t" r="r" b="b"/>
              <a:pathLst>
                <a:path w="4864" h="7653" extrusionOk="0">
                  <a:moveTo>
                    <a:pt x="3731" y="0"/>
                  </a:moveTo>
                  <a:cubicBezTo>
                    <a:pt x="3312" y="0"/>
                    <a:pt x="2913" y="278"/>
                    <a:pt x="2766" y="692"/>
                  </a:cubicBezTo>
                  <a:cubicBezTo>
                    <a:pt x="2158" y="2576"/>
                    <a:pt x="1307" y="4400"/>
                    <a:pt x="304" y="6133"/>
                  </a:cubicBezTo>
                  <a:cubicBezTo>
                    <a:pt x="0" y="6619"/>
                    <a:pt x="183" y="7227"/>
                    <a:pt x="639" y="7500"/>
                  </a:cubicBezTo>
                  <a:cubicBezTo>
                    <a:pt x="821" y="7622"/>
                    <a:pt x="1003" y="7652"/>
                    <a:pt x="1155" y="7652"/>
                  </a:cubicBezTo>
                  <a:cubicBezTo>
                    <a:pt x="1520" y="7652"/>
                    <a:pt x="1854" y="7470"/>
                    <a:pt x="2037" y="7166"/>
                  </a:cubicBezTo>
                  <a:cubicBezTo>
                    <a:pt x="3131" y="5312"/>
                    <a:pt x="4013" y="3367"/>
                    <a:pt x="4681" y="1330"/>
                  </a:cubicBezTo>
                  <a:cubicBezTo>
                    <a:pt x="4864" y="813"/>
                    <a:pt x="4590" y="236"/>
                    <a:pt x="4043" y="54"/>
                  </a:cubicBezTo>
                  <a:cubicBezTo>
                    <a:pt x="3940" y="17"/>
                    <a:pt x="3835" y="0"/>
                    <a:pt x="37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9522382" y="3854528"/>
              <a:ext cx="137600" cy="218383"/>
            </a:xfrm>
            <a:custGeom>
              <a:avLst/>
              <a:gdLst/>
              <a:ahLst/>
              <a:cxnLst/>
              <a:rect l="l" t="t" r="r" b="b"/>
              <a:pathLst>
                <a:path w="4834" h="7672" extrusionOk="0">
                  <a:moveTo>
                    <a:pt x="1127" y="0"/>
                  </a:moveTo>
                  <a:cubicBezTo>
                    <a:pt x="1026" y="0"/>
                    <a:pt x="923" y="14"/>
                    <a:pt x="821" y="42"/>
                  </a:cubicBezTo>
                  <a:cubicBezTo>
                    <a:pt x="305" y="225"/>
                    <a:pt x="1" y="802"/>
                    <a:pt x="183" y="1319"/>
                  </a:cubicBezTo>
                  <a:cubicBezTo>
                    <a:pt x="821" y="3325"/>
                    <a:pt x="1703" y="5301"/>
                    <a:pt x="2797" y="7155"/>
                  </a:cubicBezTo>
                  <a:cubicBezTo>
                    <a:pt x="2980" y="7489"/>
                    <a:pt x="3314" y="7671"/>
                    <a:pt x="3679" y="7671"/>
                  </a:cubicBezTo>
                  <a:cubicBezTo>
                    <a:pt x="3861" y="7671"/>
                    <a:pt x="4013" y="7611"/>
                    <a:pt x="4195" y="7519"/>
                  </a:cubicBezTo>
                  <a:cubicBezTo>
                    <a:pt x="4651" y="7246"/>
                    <a:pt x="4834" y="6608"/>
                    <a:pt x="4560" y="6121"/>
                  </a:cubicBezTo>
                  <a:cubicBezTo>
                    <a:pt x="3527" y="4389"/>
                    <a:pt x="2706" y="2565"/>
                    <a:pt x="2098" y="680"/>
                  </a:cubicBezTo>
                  <a:cubicBezTo>
                    <a:pt x="1974" y="260"/>
                    <a:pt x="1569" y="0"/>
                    <a:pt x="11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1326351" y="3512236"/>
              <a:ext cx="63192" cy="233612"/>
            </a:xfrm>
            <a:custGeom>
              <a:avLst/>
              <a:gdLst/>
              <a:ahLst/>
              <a:cxnLst/>
              <a:rect l="l" t="t" r="r" b="b"/>
              <a:pathLst>
                <a:path w="2220" h="8207" extrusionOk="0">
                  <a:moveTo>
                    <a:pt x="1217" y="0"/>
                  </a:moveTo>
                  <a:cubicBezTo>
                    <a:pt x="669" y="0"/>
                    <a:pt x="214" y="426"/>
                    <a:pt x="214" y="1003"/>
                  </a:cubicBezTo>
                  <a:lnTo>
                    <a:pt x="214" y="4377"/>
                  </a:lnTo>
                  <a:cubicBezTo>
                    <a:pt x="214" y="5289"/>
                    <a:pt x="153" y="6201"/>
                    <a:pt x="62" y="7082"/>
                  </a:cubicBezTo>
                  <a:cubicBezTo>
                    <a:pt x="1" y="7629"/>
                    <a:pt x="426" y="8146"/>
                    <a:pt x="973" y="8207"/>
                  </a:cubicBezTo>
                  <a:lnTo>
                    <a:pt x="1065" y="8207"/>
                  </a:lnTo>
                  <a:cubicBezTo>
                    <a:pt x="1581" y="8207"/>
                    <a:pt x="2037" y="7812"/>
                    <a:pt x="2098" y="7295"/>
                  </a:cubicBezTo>
                  <a:cubicBezTo>
                    <a:pt x="2189" y="6322"/>
                    <a:pt x="2220" y="5350"/>
                    <a:pt x="2220" y="4377"/>
                  </a:cubicBezTo>
                  <a:lnTo>
                    <a:pt x="2220" y="1003"/>
                  </a:lnTo>
                  <a:cubicBezTo>
                    <a:pt x="2220" y="426"/>
                    <a:pt x="1764" y="0"/>
                    <a:pt x="12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9486915" y="3506173"/>
              <a:ext cx="63192" cy="233641"/>
            </a:xfrm>
            <a:custGeom>
              <a:avLst/>
              <a:gdLst/>
              <a:ahLst/>
              <a:cxnLst/>
              <a:rect l="l" t="t" r="r" b="b"/>
              <a:pathLst>
                <a:path w="2220" h="8208" extrusionOk="0">
                  <a:moveTo>
                    <a:pt x="1034" y="0"/>
                  </a:moveTo>
                  <a:cubicBezTo>
                    <a:pt x="456" y="0"/>
                    <a:pt x="1" y="456"/>
                    <a:pt x="1" y="1034"/>
                  </a:cubicBezTo>
                  <a:lnTo>
                    <a:pt x="1" y="4590"/>
                  </a:lnTo>
                  <a:cubicBezTo>
                    <a:pt x="1" y="5502"/>
                    <a:pt x="61" y="6414"/>
                    <a:pt x="122" y="7295"/>
                  </a:cubicBezTo>
                  <a:cubicBezTo>
                    <a:pt x="183" y="7812"/>
                    <a:pt x="639" y="8207"/>
                    <a:pt x="1156" y="8207"/>
                  </a:cubicBezTo>
                  <a:lnTo>
                    <a:pt x="1247" y="8207"/>
                  </a:lnTo>
                  <a:cubicBezTo>
                    <a:pt x="1794" y="8177"/>
                    <a:pt x="2219" y="7660"/>
                    <a:pt x="2159" y="7113"/>
                  </a:cubicBezTo>
                  <a:cubicBezTo>
                    <a:pt x="2067" y="6292"/>
                    <a:pt x="2037" y="5441"/>
                    <a:pt x="2037" y="4590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1332415" y="3159214"/>
              <a:ext cx="57129" cy="234495"/>
            </a:xfrm>
            <a:custGeom>
              <a:avLst/>
              <a:gdLst/>
              <a:ahLst/>
              <a:cxnLst/>
              <a:rect l="l" t="t" r="r" b="b"/>
              <a:pathLst>
                <a:path w="2007" h="8238" extrusionOk="0">
                  <a:moveTo>
                    <a:pt x="100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04"/>
                  </a:lnTo>
                  <a:cubicBezTo>
                    <a:pt x="1" y="7782"/>
                    <a:pt x="456" y="8238"/>
                    <a:pt x="1004" y="8238"/>
                  </a:cubicBezTo>
                  <a:cubicBezTo>
                    <a:pt x="1581" y="8238"/>
                    <a:pt x="2007" y="7782"/>
                    <a:pt x="2007" y="7204"/>
                  </a:cubicBezTo>
                  <a:lnTo>
                    <a:pt x="2007" y="1034"/>
                  </a:lnTo>
                  <a:cubicBezTo>
                    <a:pt x="2007" y="457"/>
                    <a:pt x="1551" y="1"/>
                    <a:pt x="10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9486915" y="3154033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0"/>
                  </a:moveTo>
                  <a:cubicBezTo>
                    <a:pt x="456" y="0"/>
                    <a:pt x="1" y="456"/>
                    <a:pt x="1" y="1003"/>
                  </a:cubicBezTo>
                  <a:lnTo>
                    <a:pt x="1" y="7204"/>
                  </a:lnTo>
                  <a:cubicBezTo>
                    <a:pt x="1" y="7751"/>
                    <a:pt x="456" y="8207"/>
                    <a:pt x="103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1332415" y="2807073"/>
              <a:ext cx="57129" cy="233641"/>
            </a:xfrm>
            <a:custGeom>
              <a:avLst/>
              <a:gdLst/>
              <a:ahLst/>
              <a:cxnLst/>
              <a:rect l="l" t="t" r="r" b="b"/>
              <a:pathLst>
                <a:path w="2007" h="8208" extrusionOk="0">
                  <a:moveTo>
                    <a:pt x="100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4"/>
                  </a:lnTo>
                  <a:cubicBezTo>
                    <a:pt x="1" y="7752"/>
                    <a:pt x="456" y="8208"/>
                    <a:pt x="1004" y="8208"/>
                  </a:cubicBezTo>
                  <a:cubicBezTo>
                    <a:pt x="1581" y="8208"/>
                    <a:pt x="2007" y="7752"/>
                    <a:pt x="2007" y="7204"/>
                  </a:cubicBezTo>
                  <a:lnTo>
                    <a:pt x="2007" y="1004"/>
                  </a:lnTo>
                  <a:cubicBezTo>
                    <a:pt x="2007" y="457"/>
                    <a:pt x="1551" y="1"/>
                    <a:pt x="10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9486915" y="2801010"/>
              <a:ext cx="58012" cy="234523"/>
            </a:xfrm>
            <a:custGeom>
              <a:avLst/>
              <a:gdLst/>
              <a:ahLst/>
              <a:cxnLst/>
              <a:rect l="l" t="t" r="r" b="b"/>
              <a:pathLst>
                <a:path w="2038" h="8239" extrusionOk="0">
                  <a:moveTo>
                    <a:pt x="103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35"/>
                  </a:lnTo>
                  <a:cubicBezTo>
                    <a:pt x="1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3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9486915" y="2448869"/>
              <a:ext cx="58012" cy="234523"/>
            </a:xfrm>
            <a:custGeom>
              <a:avLst/>
              <a:gdLst/>
              <a:ahLst/>
              <a:cxnLst/>
              <a:rect l="l" t="t" r="r" b="b"/>
              <a:pathLst>
                <a:path w="2038" h="8239" extrusionOk="0">
                  <a:moveTo>
                    <a:pt x="103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05"/>
                  </a:lnTo>
                  <a:cubicBezTo>
                    <a:pt x="1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9486915" y="2096729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6" y="8208"/>
                    <a:pt x="1034" y="8208"/>
                  </a:cubicBezTo>
                  <a:cubicBezTo>
                    <a:pt x="1581" y="8208"/>
                    <a:pt x="2037" y="778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rgbClr val="C73C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9486915" y="1744588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6" y="8208"/>
                    <a:pt x="103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9486915" y="1480718"/>
              <a:ext cx="58012" cy="144517"/>
            </a:xfrm>
            <a:custGeom>
              <a:avLst/>
              <a:gdLst/>
              <a:ahLst/>
              <a:cxnLst/>
              <a:rect l="l" t="t" r="r" b="b"/>
              <a:pathLst>
                <a:path w="2038" h="5077" extrusionOk="0">
                  <a:moveTo>
                    <a:pt x="1034" y="0"/>
                  </a:moveTo>
                  <a:cubicBezTo>
                    <a:pt x="456" y="0"/>
                    <a:pt x="1" y="456"/>
                    <a:pt x="1" y="1003"/>
                  </a:cubicBezTo>
                  <a:lnTo>
                    <a:pt x="1" y="4043"/>
                  </a:lnTo>
                  <a:cubicBezTo>
                    <a:pt x="1" y="4620"/>
                    <a:pt x="456" y="5076"/>
                    <a:pt x="1034" y="5076"/>
                  </a:cubicBezTo>
                  <a:cubicBezTo>
                    <a:pt x="1581" y="5076"/>
                    <a:pt x="2037" y="4620"/>
                    <a:pt x="2037" y="4043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767841" y="2398714"/>
              <a:ext cx="413625" cy="414450"/>
            </a:xfrm>
            <a:custGeom>
              <a:avLst/>
              <a:gdLst/>
              <a:ahLst/>
              <a:cxnLst/>
              <a:rect l="l" t="t" r="r" b="b"/>
              <a:pathLst>
                <a:path w="14531" h="14560" extrusionOk="0">
                  <a:moveTo>
                    <a:pt x="7265" y="0"/>
                  </a:moveTo>
                  <a:cubicBezTo>
                    <a:pt x="3253" y="0"/>
                    <a:pt x="1" y="3252"/>
                    <a:pt x="1" y="7265"/>
                  </a:cubicBezTo>
                  <a:cubicBezTo>
                    <a:pt x="1" y="11277"/>
                    <a:pt x="3253" y="14559"/>
                    <a:pt x="7265" y="14559"/>
                  </a:cubicBezTo>
                  <a:cubicBezTo>
                    <a:pt x="11278" y="14559"/>
                    <a:pt x="14530" y="11277"/>
                    <a:pt x="14530" y="7265"/>
                  </a:cubicBezTo>
                  <a:cubicBezTo>
                    <a:pt x="14530" y="3252"/>
                    <a:pt x="11278" y="0"/>
                    <a:pt x="7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14954" y="966151"/>
              <a:ext cx="413596" cy="413596"/>
            </a:xfrm>
            <a:custGeom>
              <a:avLst/>
              <a:gdLst/>
              <a:ahLst/>
              <a:cxnLst/>
              <a:rect l="l" t="t" r="r" b="b"/>
              <a:pathLst>
                <a:path w="14530" h="14530" extrusionOk="0">
                  <a:moveTo>
                    <a:pt x="7265" y="1"/>
                  </a:moveTo>
                  <a:cubicBezTo>
                    <a:pt x="3253" y="1"/>
                    <a:pt x="0" y="3253"/>
                    <a:pt x="0" y="7265"/>
                  </a:cubicBezTo>
                  <a:cubicBezTo>
                    <a:pt x="0" y="11278"/>
                    <a:pt x="3253" y="14530"/>
                    <a:pt x="7265" y="14530"/>
                  </a:cubicBezTo>
                  <a:cubicBezTo>
                    <a:pt x="11277" y="14530"/>
                    <a:pt x="14530" y="11278"/>
                    <a:pt x="14530" y="7265"/>
                  </a:cubicBezTo>
                  <a:cubicBezTo>
                    <a:pt x="14530" y="3253"/>
                    <a:pt x="11277" y="1"/>
                    <a:pt x="7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5617229" y="1316745"/>
              <a:ext cx="413596" cy="414479"/>
            </a:xfrm>
            <a:custGeom>
              <a:avLst/>
              <a:gdLst/>
              <a:ahLst/>
              <a:cxnLst/>
              <a:rect l="l" t="t" r="r" b="b"/>
              <a:pathLst>
                <a:path w="14530" h="14561" extrusionOk="0">
                  <a:moveTo>
                    <a:pt x="7265" y="1"/>
                  </a:moveTo>
                  <a:cubicBezTo>
                    <a:pt x="3252" y="1"/>
                    <a:pt x="0" y="3284"/>
                    <a:pt x="0" y="7296"/>
                  </a:cubicBezTo>
                  <a:cubicBezTo>
                    <a:pt x="0" y="11308"/>
                    <a:pt x="3252" y="14560"/>
                    <a:pt x="7265" y="14560"/>
                  </a:cubicBezTo>
                  <a:cubicBezTo>
                    <a:pt x="11277" y="14560"/>
                    <a:pt x="14529" y="11308"/>
                    <a:pt x="14529" y="7296"/>
                  </a:cubicBezTo>
                  <a:cubicBezTo>
                    <a:pt x="14529" y="3284"/>
                    <a:pt x="11277" y="1"/>
                    <a:pt x="72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5613341" y="3101259"/>
              <a:ext cx="413625" cy="413596"/>
            </a:xfrm>
            <a:custGeom>
              <a:avLst/>
              <a:gdLst/>
              <a:ahLst/>
              <a:cxnLst/>
              <a:rect l="l" t="t" r="r" b="b"/>
              <a:pathLst>
                <a:path w="14531" h="14530" extrusionOk="0">
                  <a:moveTo>
                    <a:pt x="7266" y="0"/>
                  </a:moveTo>
                  <a:cubicBezTo>
                    <a:pt x="3253" y="0"/>
                    <a:pt x="1" y="3253"/>
                    <a:pt x="1" y="7265"/>
                  </a:cubicBezTo>
                  <a:cubicBezTo>
                    <a:pt x="1" y="11277"/>
                    <a:pt x="3253" y="14529"/>
                    <a:pt x="7266" y="14529"/>
                  </a:cubicBezTo>
                  <a:cubicBezTo>
                    <a:pt x="11278" y="14529"/>
                    <a:pt x="14530" y="11277"/>
                    <a:pt x="14530" y="7265"/>
                  </a:cubicBezTo>
                  <a:cubicBezTo>
                    <a:pt x="14530" y="3253"/>
                    <a:pt x="11278" y="0"/>
                    <a:pt x="72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6877443" y="4219108"/>
              <a:ext cx="413596" cy="413596"/>
            </a:xfrm>
            <a:custGeom>
              <a:avLst/>
              <a:gdLst/>
              <a:ahLst/>
              <a:cxnLst/>
              <a:rect l="l" t="t" r="r" b="b"/>
              <a:pathLst>
                <a:path w="14530" h="14530" extrusionOk="0">
                  <a:moveTo>
                    <a:pt x="7265" y="0"/>
                  </a:moveTo>
                  <a:cubicBezTo>
                    <a:pt x="3252" y="0"/>
                    <a:pt x="0" y="3253"/>
                    <a:pt x="0" y="7265"/>
                  </a:cubicBezTo>
                  <a:cubicBezTo>
                    <a:pt x="0" y="11277"/>
                    <a:pt x="3252" y="14529"/>
                    <a:pt x="7265" y="14529"/>
                  </a:cubicBezTo>
                  <a:cubicBezTo>
                    <a:pt x="11277" y="14529"/>
                    <a:pt x="14529" y="11277"/>
                    <a:pt x="14529" y="7265"/>
                  </a:cubicBezTo>
                  <a:cubicBezTo>
                    <a:pt x="14529" y="3253"/>
                    <a:pt x="11277" y="0"/>
                    <a:pt x="72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7451069" y="2358892"/>
              <a:ext cx="413596" cy="414479"/>
            </a:xfrm>
            <a:custGeom>
              <a:avLst/>
              <a:gdLst/>
              <a:ahLst/>
              <a:cxnLst/>
              <a:rect l="l" t="t" r="r" b="b"/>
              <a:pathLst>
                <a:path w="14530" h="14561" extrusionOk="0">
                  <a:moveTo>
                    <a:pt x="7265" y="1"/>
                  </a:moveTo>
                  <a:cubicBezTo>
                    <a:pt x="3253" y="1"/>
                    <a:pt x="0" y="3253"/>
                    <a:pt x="0" y="7265"/>
                  </a:cubicBezTo>
                  <a:cubicBezTo>
                    <a:pt x="0" y="11308"/>
                    <a:pt x="3253" y="14560"/>
                    <a:pt x="7265" y="14560"/>
                  </a:cubicBezTo>
                  <a:cubicBezTo>
                    <a:pt x="11277" y="14560"/>
                    <a:pt x="14530" y="11308"/>
                    <a:pt x="14530" y="7265"/>
                  </a:cubicBezTo>
                  <a:cubicBezTo>
                    <a:pt x="14530" y="3253"/>
                    <a:pt x="11277" y="1"/>
                    <a:pt x="7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8724650" y="510801"/>
              <a:ext cx="413625" cy="414479"/>
            </a:xfrm>
            <a:custGeom>
              <a:avLst/>
              <a:gdLst/>
              <a:ahLst/>
              <a:cxnLst/>
              <a:rect l="l" t="t" r="r" b="b"/>
              <a:pathLst>
                <a:path w="14531" h="14561" extrusionOk="0">
                  <a:moveTo>
                    <a:pt x="7265" y="1"/>
                  </a:moveTo>
                  <a:cubicBezTo>
                    <a:pt x="3253" y="1"/>
                    <a:pt x="1" y="3253"/>
                    <a:pt x="1" y="7265"/>
                  </a:cubicBezTo>
                  <a:cubicBezTo>
                    <a:pt x="1" y="11308"/>
                    <a:pt x="3253" y="14560"/>
                    <a:pt x="7265" y="14560"/>
                  </a:cubicBezTo>
                  <a:cubicBezTo>
                    <a:pt x="11278" y="14560"/>
                    <a:pt x="14530" y="11308"/>
                    <a:pt x="14530" y="7265"/>
                  </a:cubicBezTo>
                  <a:cubicBezTo>
                    <a:pt x="14530" y="3253"/>
                    <a:pt x="11278" y="1"/>
                    <a:pt x="7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9321647" y="2019731"/>
              <a:ext cx="414479" cy="414479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96" y="1"/>
                  </a:moveTo>
                  <a:cubicBezTo>
                    <a:pt x="3253" y="1"/>
                    <a:pt x="1" y="3253"/>
                    <a:pt x="1" y="7265"/>
                  </a:cubicBezTo>
                  <a:cubicBezTo>
                    <a:pt x="1" y="11308"/>
                    <a:pt x="3253" y="14560"/>
                    <a:pt x="7296" y="14560"/>
                  </a:cubicBezTo>
                  <a:cubicBezTo>
                    <a:pt x="11308" y="14560"/>
                    <a:pt x="14560" y="11308"/>
                    <a:pt x="14560" y="7265"/>
                  </a:cubicBezTo>
                  <a:cubicBezTo>
                    <a:pt x="14560" y="3253"/>
                    <a:pt x="11308" y="1"/>
                    <a:pt x="72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9563059" y="4041742"/>
              <a:ext cx="413596" cy="413596"/>
            </a:xfrm>
            <a:custGeom>
              <a:avLst/>
              <a:gdLst/>
              <a:ahLst/>
              <a:cxnLst/>
              <a:rect l="l" t="t" r="r" b="b"/>
              <a:pathLst>
                <a:path w="14530" h="14530" extrusionOk="0">
                  <a:moveTo>
                    <a:pt x="7265" y="0"/>
                  </a:moveTo>
                  <a:cubicBezTo>
                    <a:pt x="3253" y="0"/>
                    <a:pt x="0" y="3253"/>
                    <a:pt x="0" y="7265"/>
                  </a:cubicBezTo>
                  <a:cubicBezTo>
                    <a:pt x="0" y="11277"/>
                    <a:pt x="3253" y="14529"/>
                    <a:pt x="7265" y="14529"/>
                  </a:cubicBezTo>
                  <a:cubicBezTo>
                    <a:pt x="11277" y="14529"/>
                    <a:pt x="14529" y="11277"/>
                    <a:pt x="14529" y="7265"/>
                  </a:cubicBezTo>
                  <a:cubicBezTo>
                    <a:pt x="14529" y="3253"/>
                    <a:pt x="11277" y="0"/>
                    <a:pt x="72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11134270" y="2354565"/>
              <a:ext cx="413625" cy="413596"/>
            </a:xfrm>
            <a:custGeom>
              <a:avLst/>
              <a:gdLst/>
              <a:ahLst/>
              <a:cxnLst/>
              <a:rect l="l" t="t" r="r" b="b"/>
              <a:pathLst>
                <a:path w="14531" h="14530" extrusionOk="0">
                  <a:moveTo>
                    <a:pt x="7266" y="1"/>
                  </a:moveTo>
                  <a:cubicBezTo>
                    <a:pt x="3253" y="1"/>
                    <a:pt x="1" y="3253"/>
                    <a:pt x="1" y="7265"/>
                  </a:cubicBezTo>
                  <a:cubicBezTo>
                    <a:pt x="1" y="11278"/>
                    <a:pt x="3253" y="14530"/>
                    <a:pt x="7266" y="14530"/>
                  </a:cubicBezTo>
                  <a:cubicBezTo>
                    <a:pt x="11278" y="14530"/>
                    <a:pt x="14530" y="11278"/>
                    <a:pt x="14530" y="7265"/>
                  </a:cubicBezTo>
                  <a:cubicBezTo>
                    <a:pt x="14530" y="3253"/>
                    <a:pt x="11278" y="1"/>
                    <a:pt x="72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5811084" y="3566735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34" y="0"/>
                  </a:moveTo>
                  <a:cubicBezTo>
                    <a:pt x="456" y="0"/>
                    <a:pt x="0" y="456"/>
                    <a:pt x="0" y="1034"/>
                  </a:cubicBezTo>
                  <a:lnTo>
                    <a:pt x="0" y="7204"/>
                  </a:lnTo>
                  <a:cubicBezTo>
                    <a:pt x="0" y="7782"/>
                    <a:pt x="456" y="8237"/>
                    <a:pt x="1034" y="8237"/>
                  </a:cubicBezTo>
                  <a:cubicBezTo>
                    <a:pt x="1581" y="8237"/>
                    <a:pt x="2037" y="7782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56;p15">
            <a:extLst>
              <a:ext uri="{FF2B5EF4-FFF2-40B4-BE49-F238E27FC236}">
                <a16:creationId xmlns:a16="http://schemas.microsoft.com/office/drawing/2014/main" id="{FA6C24B5-129A-9D61-07BF-38CE0E14357D}"/>
              </a:ext>
            </a:extLst>
          </p:cNvPr>
          <p:cNvSpPr txBox="1"/>
          <p:nvPr/>
        </p:nvSpPr>
        <p:spPr>
          <a:xfrm rot="-5400000">
            <a:off x="6588516" y="1836342"/>
            <a:ext cx="41367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 sz="2000" b="1">
                <a:solidFill>
                  <a:srgbClr val="651428"/>
                </a:solidFill>
                <a:latin typeface="Fira Sans Extra Condensed"/>
              </a:rPr>
              <a:t> Julia Szewczyk, Marina Tavernier</a:t>
            </a:r>
            <a:endParaRPr lang="en-US" sz="1100" b="1">
              <a:solidFill>
                <a:srgbClr val="651428"/>
              </a:solidFill>
              <a:latin typeface="Fira Sans Extra Condensed"/>
            </a:endParaRPr>
          </a:p>
        </p:txBody>
      </p:sp>
      <p:sp>
        <p:nvSpPr>
          <p:cNvPr id="4" name="Google Shape;56;p15">
            <a:extLst>
              <a:ext uri="{FF2B5EF4-FFF2-40B4-BE49-F238E27FC236}">
                <a16:creationId xmlns:a16="http://schemas.microsoft.com/office/drawing/2014/main" id="{81D3E736-BF65-1C42-4860-F706A5FD86FF}"/>
              </a:ext>
            </a:extLst>
          </p:cNvPr>
          <p:cNvSpPr txBox="1"/>
          <p:nvPr/>
        </p:nvSpPr>
        <p:spPr>
          <a:xfrm>
            <a:off x="0" y="-576"/>
            <a:ext cx="3362700" cy="19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300" b="1">
                <a:solidFill>
                  <a:srgbClr val="FFCE7D"/>
                </a:solidFill>
                <a:latin typeface="Fira Sans Extra Condensed"/>
              </a:rPr>
              <a:t>Networked Control of Multi-agent Systems</a:t>
            </a:r>
            <a:endParaRPr lang="en-US" sz="1300">
              <a:solidFill>
                <a:srgbClr val="FFCE7D"/>
              </a:solidFill>
              <a:latin typeface="Fira Sans Extra Condensed"/>
            </a:endParaRPr>
          </a:p>
          <a:p>
            <a:r>
              <a:rPr lang="en" sz="1300" b="1">
                <a:solidFill>
                  <a:srgbClr val="FFCE7D"/>
                </a:solidFill>
                <a:latin typeface="Fira Sans Extra Condensed"/>
              </a:rPr>
              <a:t>Professor: </a:t>
            </a:r>
            <a:r>
              <a:rPr lang="en" sz="1300">
                <a:solidFill>
                  <a:srgbClr val="FFCE7D"/>
                </a:solidFill>
                <a:highlight>
                  <a:srgbClr val="FFFFFF"/>
                </a:highlight>
                <a:latin typeface="Fira Sans Extra Condensed"/>
              </a:rPr>
              <a:t>Dominik Baumann </a:t>
            </a:r>
            <a:endParaRPr lang="en-US" sz="1300">
              <a:solidFill>
                <a:srgbClr val="FFCE7D"/>
              </a:solidFill>
              <a:latin typeface="Fira Sans Extra Condensed"/>
            </a:endParaRPr>
          </a:p>
          <a:p>
            <a:r>
              <a:rPr lang="en" sz="1300" b="1">
                <a:solidFill>
                  <a:srgbClr val="FFCE7D"/>
                </a:solidFill>
                <a:highlight>
                  <a:srgbClr val="FFFFFF"/>
                </a:highlight>
                <a:latin typeface="Fira Sans Extra Condensed"/>
              </a:rPr>
              <a:t>Advisor:</a:t>
            </a:r>
            <a:r>
              <a:rPr lang="en" sz="1300" b="1">
                <a:solidFill>
                  <a:srgbClr val="FFCE7D"/>
                </a:solidFill>
                <a:highlight>
                  <a:srgbClr val="FFFFFF"/>
                </a:highlight>
                <a:latin typeface="Fira Sans Extra Condensed"/>
                <a:cs typeface="Segoe UI"/>
              </a:rPr>
              <a:t> </a:t>
            </a:r>
            <a:r>
              <a:rPr lang="en" sz="1300">
                <a:solidFill>
                  <a:srgbClr val="FFCE7D"/>
                </a:solidFill>
                <a:highlight>
                  <a:srgbClr val="FFFFFF"/>
                </a:highlight>
                <a:latin typeface="Fira Sans Extra Condensed"/>
                <a:cs typeface="Segoe UI"/>
              </a:rPr>
              <a:t>Abdullah Tokmak</a:t>
            </a:r>
            <a:endParaRPr lang="en-US" sz="1300">
              <a:solidFill>
                <a:srgbClr val="FFCE7D"/>
              </a:solidFill>
              <a:latin typeface="Fira Sans Extra Condensed"/>
            </a:endParaRPr>
          </a:p>
          <a:p>
            <a:endParaRPr lang="en" sz="1300">
              <a:solidFill>
                <a:srgbClr val="FFCE7D"/>
              </a:solidFill>
              <a:highlight>
                <a:srgbClr val="FFFFFF"/>
              </a:highlight>
              <a:latin typeface="Fira Sans Extra Condensed"/>
            </a:endParaRPr>
          </a:p>
          <a:p>
            <a:endParaRPr lang="en" sz="1300">
              <a:solidFill>
                <a:srgbClr val="FFCE7D"/>
              </a:solidFill>
              <a:latin typeface="Fira Sans Extra Condensed"/>
            </a:endParaRPr>
          </a:p>
        </p:txBody>
      </p:sp>
      <p:sp>
        <p:nvSpPr>
          <p:cNvPr id="2" name="Google Shape;56;p15">
            <a:extLst>
              <a:ext uri="{FF2B5EF4-FFF2-40B4-BE49-F238E27FC236}">
                <a16:creationId xmlns:a16="http://schemas.microsoft.com/office/drawing/2014/main" id="{DC6AB9D1-1312-5417-33E6-D4DF731C664C}"/>
              </a:ext>
            </a:extLst>
          </p:cNvPr>
          <p:cNvSpPr txBox="1"/>
          <p:nvPr/>
        </p:nvSpPr>
        <p:spPr>
          <a:xfrm rot="-5400000">
            <a:off x="6945389" y="1835075"/>
            <a:ext cx="4136700" cy="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 sz="1600" dirty="0">
                <a:solidFill>
                  <a:srgbClr val="651428"/>
                </a:solidFill>
                <a:latin typeface="Fira Sans Extra Condensed"/>
              </a:rPr>
              <a:t>Aalto </a:t>
            </a:r>
            <a:r>
              <a:rPr lang="en" sz="1600">
                <a:solidFill>
                  <a:srgbClr val="651428"/>
                </a:solidFill>
                <a:latin typeface="Fira Sans Extra Condensed"/>
              </a:rPr>
              <a:t>University, 20</a:t>
            </a:r>
            <a:r>
              <a:rPr lang="en" sz="1600" baseline="30000" dirty="0">
                <a:solidFill>
                  <a:srgbClr val="651428"/>
                </a:solidFill>
                <a:latin typeface="Fira Sans Extra Condensed"/>
              </a:rPr>
              <a:t>th</a:t>
            </a:r>
            <a:r>
              <a:rPr lang="en" sz="1600" dirty="0">
                <a:solidFill>
                  <a:srgbClr val="651428"/>
                </a:solidFill>
                <a:latin typeface="Fira Sans Extra Condensed"/>
              </a:rPr>
              <a:t> May 2026</a:t>
            </a:r>
            <a:endParaRPr lang="en-US" sz="1000" dirty="0">
              <a:solidFill>
                <a:srgbClr val="651428"/>
              </a:solidFill>
              <a:latin typeface="Fira Sans Extra Condensed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B66536-9F09-727C-ACB2-136FEB1B17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3">
          <a:extLst>
            <a:ext uri="{FF2B5EF4-FFF2-40B4-BE49-F238E27FC236}">
              <a16:creationId xmlns:a16="http://schemas.microsoft.com/office/drawing/2014/main" id="{714CF6B6-0D35-9E0E-22FB-B7C4A572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4" name="Google Shape;1584;p41">
            <a:extLst>
              <a:ext uri="{FF2B5EF4-FFF2-40B4-BE49-F238E27FC236}">
                <a16:creationId xmlns:a16="http://schemas.microsoft.com/office/drawing/2014/main" id="{D256F9CA-CC94-665E-4B85-9ECDD0354051}"/>
              </a:ext>
            </a:extLst>
          </p:cNvPr>
          <p:cNvGrpSpPr/>
          <p:nvPr/>
        </p:nvGrpSpPr>
        <p:grpSpPr>
          <a:xfrm>
            <a:off x="704904" y="1426268"/>
            <a:ext cx="1792193" cy="2181514"/>
            <a:chOff x="885825" y="1256325"/>
            <a:chExt cx="1700172" cy="2186357"/>
          </a:xfrm>
        </p:grpSpPr>
        <p:sp>
          <p:nvSpPr>
            <p:cNvPr id="1585" name="Google Shape;1585;p41">
              <a:extLst>
                <a:ext uri="{FF2B5EF4-FFF2-40B4-BE49-F238E27FC236}">
                  <a16:creationId xmlns:a16="http://schemas.microsoft.com/office/drawing/2014/main" id="{12441A66-E592-6287-F053-602DAD40CFD7}"/>
                </a:ext>
              </a:extLst>
            </p:cNvPr>
            <p:cNvSpPr/>
            <p:nvPr/>
          </p:nvSpPr>
          <p:spPr>
            <a:xfrm>
              <a:off x="1499950" y="1303869"/>
              <a:ext cx="471899" cy="478641"/>
            </a:xfrm>
            <a:custGeom>
              <a:avLst/>
              <a:gdLst/>
              <a:ahLst/>
              <a:cxnLst/>
              <a:rect l="l" t="t" r="r" b="b"/>
              <a:pathLst>
                <a:path w="5678" h="5678" extrusionOk="0">
                  <a:moveTo>
                    <a:pt x="2839" y="1"/>
                  </a:moveTo>
                  <a:cubicBezTo>
                    <a:pt x="1272" y="1"/>
                    <a:pt x="0" y="1272"/>
                    <a:pt x="0" y="2839"/>
                  </a:cubicBezTo>
                  <a:cubicBezTo>
                    <a:pt x="0" y="4407"/>
                    <a:pt x="1272" y="5678"/>
                    <a:pt x="2839" y="5678"/>
                  </a:cubicBezTo>
                  <a:cubicBezTo>
                    <a:pt x="4407" y="5678"/>
                    <a:pt x="5678" y="4407"/>
                    <a:pt x="5678" y="2839"/>
                  </a:cubicBezTo>
                  <a:cubicBezTo>
                    <a:pt x="5678" y="1272"/>
                    <a:pt x="4407" y="1"/>
                    <a:pt x="28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6" name="Google Shape;1586;p41">
              <a:extLst>
                <a:ext uri="{FF2B5EF4-FFF2-40B4-BE49-F238E27FC236}">
                  <a16:creationId xmlns:a16="http://schemas.microsoft.com/office/drawing/2014/main" id="{8129E4EB-CA3F-2C32-A650-4A12DE1D6756}"/>
                </a:ext>
              </a:extLst>
            </p:cNvPr>
            <p:cNvGrpSpPr/>
            <p:nvPr/>
          </p:nvGrpSpPr>
          <p:grpSpPr>
            <a:xfrm>
              <a:off x="885825" y="1256325"/>
              <a:ext cx="1700172" cy="2186357"/>
              <a:chOff x="885825" y="1256325"/>
              <a:chExt cx="1700172" cy="2186357"/>
            </a:xfrm>
          </p:grpSpPr>
          <p:sp>
            <p:nvSpPr>
              <p:cNvPr id="1587" name="Google Shape;1587;p41">
                <a:extLst>
                  <a:ext uri="{FF2B5EF4-FFF2-40B4-BE49-F238E27FC236}">
                    <a16:creationId xmlns:a16="http://schemas.microsoft.com/office/drawing/2014/main" id="{E3E3301E-CF6F-553D-5DA7-D7262F5A5CD5}"/>
                  </a:ext>
                </a:extLst>
              </p:cNvPr>
              <p:cNvSpPr/>
              <p:nvPr/>
            </p:nvSpPr>
            <p:spPr>
              <a:xfrm>
                <a:off x="885825" y="1495561"/>
                <a:ext cx="1700172" cy="1868201"/>
              </a:xfrm>
              <a:custGeom>
                <a:avLst/>
                <a:gdLst/>
                <a:ahLst/>
                <a:cxnLst/>
                <a:rect l="l" t="t" r="r" b="b"/>
                <a:pathLst>
                  <a:path w="17244" h="22162" extrusionOk="0">
                    <a:moveTo>
                      <a:pt x="2324" y="1"/>
                    </a:moveTo>
                    <a:cubicBezTo>
                      <a:pt x="1042" y="1"/>
                      <a:pt x="1" y="1042"/>
                      <a:pt x="1" y="2324"/>
                    </a:cubicBezTo>
                    <a:lnTo>
                      <a:pt x="1" y="19838"/>
                    </a:lnTo>
                    <a:cubicBezTo>
                      <a:pt x="1" y="21119"/>
                      <a:pt x="1042" y="22162"/>
                      <a:pt x="2324" y="22162"/>
                    </a:cubicBezTo>
                    <a:lnTo>
                      <a:pt x="12011" y="22162"/>
                    </a:lnTo>
                    <a:lnTo>
                      <a:pt x="12011" y="21029"/>
                    </a:lnTo>
                    <a:lnTo>
                      <a:pt x="2324" y="21029"/>
                    </a:lnTo>
                    <a:cubicBezTo>
                      <a:pt x="1668" y="21029"/>
                      <a:pt x="1133" y="20495"/>
                      <a:pt x="1133" y="19840"/>
                    </a:cubicBezTo>
                    <a:lnTo>
                      <a:pt x="1133" y="2324"/>
                    </a:lnTo>
                    <a:cubicBezTo>
                      <a:pt x="1133" y="1668"/>
                      <a:pt x="1668" y="1133"/>
                      <a:pt x="2324" y="1133"/>
                    </a:cubicBezTo>
                    <a:lnTo>
                      <a:pt x="14920" y="1133"/>
                    </a:lnTo>
                    <a:cubicBezTo>
                      <a:pt x="15576" y="1133"/>
                      <a:pt x="16111" y="1668"/>
                      <a:pt x="16111" y="2324"/>
                    </a:cubicBezTo>
                    <a:lnTo>
                      <a:pt x="16111" y="7628"/>
                    </a:lnTo>
                    <a:lnTo>
                      <a:pt x="17244" y="7628"/>
                    </a:lnTo>
                    <a:lnTo>
                      <a:pt x="17244" y="2324"/>
                    </a:lnTo>
                    <a:cubicBezTo>
                      <a:pt x="17244" y="1042"/>
                      <a:pt x="16201" y="1"/>
                      <a:pt x="149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1">
                <a:extLst>
                  <a:ext uri="{FF2B5EF4-FFF2-40B4-BE49-F238E27FC236}">
                    <a16:creationId xmlns:a16="http://schemas.microsoft.com/office/drawing/2014/main" id="{1BE65375-B52A-FCDA-8A41-E700205EBCA2}"/>
                  </a:ext>
                </a:extLst>
              </p:cNvPr>
              <p:cNvSpPr/>
              <p:nvPr/>
            </p:nvSpPr>
            <p:spPr>
              <a:xfrm>
                <a:off x="2066952" y="3189283"/>
                <a:ext cx="193563" cy="253398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3006" extrusionOk="0">
                    <a:moveTo>
                      <a:pt x="1" y="0"/>
                    </a:moveTo>
                    <a:lnTo>
                      <a:pt x="1" y="3006"/>
                    </a:lnTo>
                    <a:lnTo>
                      <a:pt x="2329" y="1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1">
                <a:extLst>
                  <a:ext uri="{FF2B5EF4-FFF2-40B4-BE49-F238E27FC236}">
                    <a16:creationId xmlns:a16="http://schemas.microsoft.com/office/drawing/2014/main" id="{CB84AC41-DF9B-2DCC-2F08-6D586349176E}"/>
                  </a:ext>
                </a:extLst>
              </p:cNvPr>
              <p:cNvSpPr/>
              <p:nvPr/>
            </p:nvSpPr>
            <p:spPr>
              <a:xfrm>
                <a:off x="1452951" y="1256325"/>
                <a:ext cx="565896" cy="573982"/>
              </a:xfrm>
              <a:custGeom>
                <a:avLst/>
                <a:gdLst/>
                <a:ahLst/>
                <a:cxnLst/>
                <a:rect l="l" t="t" r="r" b="b"/>
                <a:pathLst>
                  <a:path w="6809" h="6809" extrusionOk="0">
                    <a:moveTo>
                      <a:pt x="3405" y="1131"/>
                    </a:moveTo>
                    <a:cubicBezTo>
                      <a:pt x="4658" y="1131"/>
                      <a:pt x="5677" y="2152"/>
                      <a:pt x="5677" y="3403"/>
                    </a:cubicBezTo>
                    <a:cubicBezTo>
                      <a:pt x="5677" y="4656"/>
                      <a:pt x="4658" y="5676"/>
                      <a:pt x="3405" y="5676"/>
                    </a:cubicBezTo>
                    <a:cubicBezTo>
                      <a:pt x="2152" y="5676"/>
                      <a:pt x="1132" y="4656"/>
                      <a:pt x="1132" y="3403"/>
                    </a:cubicBezTo>
                    <a:cubicBezTo>
                      <a:pt x="1132" y="2150"/>
                      <a:pt x="2152" y="1131"/>
                      <a:pt x="3405" y="1131"/>
                    </a:cubicBezTo>
                    <a:close/>
                    <a:moveTo>
                      <a:pt x="3405" y="1"/>
                    </a:moveTo>
                    <a:cubicBezTo>
                      <a:pt x="1527" y="1"/>
                      <a:pt x="1" y="1527"/>
                      <a:pt x="1" y="3405"/>
                    </a:cubicBezTo>
                    <a:cubicBezTo>
                      <a:pt x="1" y="5282"/>
                      <a:pt x="1528" y="6809"/>
                      <a:pt x="3405" y="6809"/>
                    </a:cubicBezTo>
                    <a:cubicBezTo>
                      <a:pt x="5282" y="6809"/>
                      <a:pt x="6809" y="5282"/>
                      <a:pt x="6809" y="3405"/>
                    </a:cubicBezTo>
                    <a:cubicBezTo>
                      <a:pt x="6809" y="1527"/>
                      <a:pt x="5282" y="1"/>
                      <a:pt x="34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0" name="Google Shape;1590;p41">
            <a:extLst>
              <a:ext uri="{FF2B5EF4-FFF2-40B4-BE49-F238E27FC236}">
                <a16:creationId xmlns:a16="http://schemas.microsoft.com/office/drawing/2014/main" id="{9E2734A6-512C-8670-3FD0-E4446E0FA1B1}"/>
              </a:ext>
            </a:extLst>
          </p:cNvPr>
          <p:cNvGrpSpPr/>
          <p:nvPr/>
        </p:nvGrpSpPr>
        <p:grpSpPr>
          <a:xfrm>
            <a:off x="5045298" y="2311867"/>
            <a:ext cx="1700172" cy="2186438"/>
            <a:chOff x="5134198" y="2146767"/>
            <a:chExt cx="1700172" cy="2186438"/>
          </a:xfrm>
        </p:grpSpPr>
        <p:sp>
          <p:nvSpPr>
            <p:cNvPr id="1591" name="Google Shape;1591;p41">
              <a:extLst>
                <a:ext uri="{FF2B5EF4-FFF2-40B4-BE49-F238E27FC236}">
                  <a16:creationId xmlns:a16="http://schemas.microsoft.com/office/drawing/2014/main" id="{B4BE75F3-4722-710D-C588-7A6ACB83ADE0}"/>
                </a:ext>
              </a:extLst>
            </p:cNvPr>
            <p:cNvSpPr/>
            <p:nvPr/>
          </p:nvSpPr>
          <p:spPr>
            <a:xfrm>
              <a:off x="5748281" y="3806936"/>
              <a:ext cx="471982" cy="478726"/>
            </a:xfrm>
            <a:custGeom>
              <a:avLst/>
              <a:gdLst/>
              <a:ahLst/>
              <a:cxnLst/>
              <a:rect l="l" t="t" r="r" b="b"/>
              <a:pathLst>
                <a:path w="5679" h="5679" extrusionOk="0">
                  <a:moveTo>
                    <a:pt x="2839" y="1"/>
                  </a:moveTo>
                  <a:cubicBezTo>
                    <a:pt x="1271" y="1"/>
                    <a:pt x="1" y="1271"/>
                    <a:pt x="1" y="2840"/>
                  </a:cubicBezTo>
                  <a:cubicBezTo>
                    <a:pt x="1" y="4407"/>
                    <a:pt x="1271" y="5678"/>
                    <a:pt x="2839" y="5678"/>
                  </a:cubicBezTo>
                  <a:cubicBezTo>
                    <a:pt x="4407" y="5678"/>
                    <a:pt x="5678" y="4407"/>
                    <a:pt x="5678" y="2840"/>
                  </a:cubicBezTo>
                  <a:cubicBezTo>
                    <a:pt x="5678" y="1271"/>
                    <a:pt x="4407" y="1"/>
                    <a:pt x="28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2" name="Google Shape;1592;p41">
              <a:extLst>
                <a:ext uri="{FF2B5EF4-FFF2-40B4-BE49-F238E27FC236}">
                  <a16:creationId xmlns:a16="http://schemas.microsoft.com/office/drawing/2014/main" id="{B7F0E24D-7A68-D85B-D74E-BF6144147C29}"/>
                </a:ext>
              </a:extLst>
            </p:cNvPr>
            <p:cNvGrpSpPr/>
            <p:nvPr/>
          </p:nvGrpSpPr>
          <p:grpSpPr>
            <a:xfrm>
              <a:off x="5134198" y="2146767"/>
              <a:ext cx="1700172" cy="2186438"/>
              <a:chOff x="5134198" y="2146767"/>
              <a:chExt cx="1700172" cy="2186438"/>
            </a:xfrm>
          </p:grpSpPr>
          <p:sp>
            <p:nvSpPr>
              <p:cNvPr id="1593" name="Google Shape;1593;p41">
                <a:extLst>
                  <a:ext uri="{FF2B5EF4-FFF2-40B4-BE49-F238E27FC236}">
                    <a16:creationId xmlns:a16="http://schemas.microsoft.com/office/drawing/2014/main" id="{4D43F679-1E3D-3AFE-DB10-5C222DB04000}"/>
                  </a:ext>
                </a:extLst>
              </p:cNvPr>
              <p:cNvSpPr/>
              <p:nvPr/>
            </p:nvSpPr>
            <p:spPr>
              <a:xfrm>
                <a:off x="5134198" y="2225670"/>
                <a:ext cx="1700172" cy="1868370"/>
              </a:xfrm>
              <a:custGeom>
                <a:avLst/>
                <a:gdLst/>
                <a:ahLst/>
                <a:cxnLst/>
                <a:rect l="l" t="t" r="r" b="b"/>
                <a:pathLst>
                  <a:path w="17244" h="22164" extrusionOk="0">
                    <a:moveTo>
                      <a:pt x="2324" y="1"/>
                    </a:moveTo>
                    <a:cubicBezTo>
                      <a:pt x="1043" y="1"/>
                      <a:pt x="1" y="1043"/>
                      <a:pt x="1" y="2324"/>
                    </a:cubicBezTo>
                    <a:lnTo>
                      <a:pt x="1" y="19840"/>
                    </a:lnTo>
                    <a:cubicBezTo>
                      <a:pt x="1" y="21122"/>
                      <a:pt x="1043" y="22163"/>
                      <a:pt x="2324" y="22163"/>
                    </a:cubicBezTo>
                    <a:lnTo>
                      <a:pt x="14921" y="22163"/>
                    </a:lnTo>
                    <a:cubicBezTo>
                      <a:pt x="16200" y="22163"/>
                      <a:pt x="17243" y="21122"/>
                      <a:pt x="17244" y="19840"/>
                    </a:cubicBezTo>
                    <a:lnTo>
                      <a:pt x="17244" y="14536"/>
                    </a:lnTo>
                    <a:lnTo>
                      <a:pt x="16111" y="14536"/>
                    </a:lnTo>
                    <a:lnTo>
                      <a:pt x="16111" y="19840"/>
                    </a:lnTo>
                    <a:cubicBezTo>
                      <a:pt x="16111" y="20496"/>
                      <a:pt x="15576" y="21031"/>
                      <a:pt x="14921" y="21031"/>
                    </a:cubicBezTo>
                    <a:lnTo>
                      <a:pt x="2324" y="21031"/>
                    </a:lnTo>
                    <a:cubicBezTo>
                      <a:pt x="1668" y="21031"/>
                      <a:pt x="1133" y="20496"/>
                      <a:pt x="1133" y="19840"/>
                    </a:cubicBezTo>
                    <a:lnTo>
                      <a:pt x="1133" y="2324"/>
                    </a:lnTo>
                    <a:cubicBezTo>
                      <a:pt x="1133" y="1668"/>
                      <a:pt x="1668" y="1134"/>
                      <a:pt x="2324" y="1134"/>
                    </a:cubicBezTo>
                    <a:lnTo>
                      <a:pt x="12011" y="1134"/>
                    </a:lnTo>
                    <a:lnTo>
                      <a:pt x="120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1">
                <a:extLst>
                  <a:ext uri="{FF2B5EF4-FFF2-40B4-BE49-F238E27FC236}">
                    <a16:creationId xmlns:a16="http://schemas.microsoft.com/office/drawing/2014/main" id="{D8A49E76-1284-D241-B3CB-81E948C8B1EF}"/>
                  </a:ext>
                </a:extLst>
              </p:cNvPr>
              <p:cNvSpPr/>
              <p:nvPr/>
            </p:nvSpPr>
            <p:spPr>
              <a:xfrm>
                <a:off x="6312515" y="2146767"/>
                <a:ext cx="193563" cy="253483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3007" extrusionOk="0">
                    <a:moveTo>
                      <a:pt x="1" y="1"/>
                    </a:moveTo>
                    <a:lnTo>
                      <a:pt x="1" y="3006"/>
                    </a:lnTo>
                    <a:lnTo>
                      <a:pt x="2328" y="150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41">
                <a:extLst>
                  <a:ext uri="{FF2B5EF4-FFF2-40B4-BE49-F238E27FC236}">
                    <a16:creationId xmlns:a16="http://schemas.microsoft.com/office/drawing/2014/main" id="{5F4C2C3E-7FD0-4053-E45E-80E21643BB93}"/>
                  </a:ext>
                </a:extLst>
              </p:cNvPr>
              <p:cNvSpPr/>
              <p:nvPr/>
            </p:nvSpPr>
            <p:spPr>
              <a:xfrm>
                <a:off x="5701282" y="3759308"/>
                <a:ext cx="565979" cy="573897"/>
              </a:xfrm>
              <a:custGeom>
                <a:avLst/>
                <a:gdLst/>
                <a:ahLst/>
                <a:cxnLst/>
                <a:rect l="l" t="t" r="r" b="b"/>
                <a:pathLst>
                  <a:path w="6810" h="6808" extrusionOk="0">
                    <a:moveTo>
                      <a:pt x="3405" y="1132"/>
                    </a:moveTo>
                    <a:cubicBezTo>
                      <a:pt x="4659" y="1132"/>
                      <a:pt x="5677" y="2151"/>
                      <a:pt x="5677" y="3405"/>
                    </a:cubicBezTo>
                    <a:cubicBezTo>
                      <a:pt x="5677" y="4658"/>
                      <a:pt x="4659" y="5676"/>
                      <a:pt x="3405" y="5676"/>
                    </a:cubicBezTo>
                    <a:cubicBezTo>
                      <a:pt x="2152" y="5676"/>
                      <a:pt x="1132" y="4658"/>
                      <a:pt x="1132" y="3405"/>
                    </a:cubicBezTo>
                    <a:cubicBezTo>
                      <a:pt x="1132" y="2151"/>
                      <a:pt x="2152" y="1132"/>
                      <a:pt x="3405" y="1132"/>
                    </a:cubicBezTo>
                    <a:close/>
                    <a:moveTo>
                      <a:pt x="3405" y="0"/>
                    </a:moveTo>
                    <a:cubicBezTo>
                      <a:pt x="1528" y="0"/>
                      <a:pt x="1" y="1527"/>
                      <a:pt x="1" y="3405"/>
                    </a:cubicBezTo>
                    <a:cubicBezTo>
                      <a:pt x="1" y="5282"/>
                      <a:pt x="1528" y="6808"/>
                      <a:pt x="3405" y="6808"/>
                    </a:cubicBezTo>
                    <a:cubicBezTo>
                      <a:pt x="5283" y="6808"/>
                      <a:pt x="6810" y="5282"/>
                      <a:pt x="6809" y="3405"/>
                    </a:cubicBezTo>
                    <a:cubicBezTo>
                      <a:pt x="6809" y="1527"/>
                      <a:pt x="5283" y="0"/>
                      <a:pt x="34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6" name="Google Shape;1596;p41">
            <a:extLst>
              <a:ext uri="{FF2B5EF4-FFF2-40B4-BE49-F238E27FC236}">
                <a16:creationId xmlns:a16="http://schemas.microsoft.com/office/drawing/2014/main" id="{F07E3A59-802F-5605-5BF9-AA85A73ABC6F}"/>
              </a:ext>
            </a:extLst>
          </p:cNvPr>
          <p:cNvGrpSpPr/>
          <p:nvPr/>
        </p:nvGrpSpPr>
        <p:grpSpPr>
          <a:xfrm>
            <a:off x="2214863" y="2311867"/>
            <a:ext cx="1700271" cy="2186438"/>
            <a:chOff x="2303763" y="2146767"/>
            <a:chExt cx="1700271" cy="2186438"/>
          </a:xfrm>
        </p:grpSpPr>
        <p:sp>
          <p:nvSpPr>
            <p:cNvPr id="1597" name="Google Shape;1597;p41">
              <a:extLst>
                <a:ext uri="{FF2B5EF4-FFF2-40B4-BE49-F238E27FC236}">
                  <a16:creationId xmlns:a16="http://schemas.microsoft.com/office/drawing/2014/main" id="{BAD1A328-E8EB-5C02-09C9-43ADB4A8B601}"/>
                </a:ext>
              </a:extLst>
            </p:cNvPr>
            <p:cNvSpPr/>
            <p:nvPr/>
          </p:nvSpPr>
          <p:spPr>
            <a:xfrm>
              <a:off x="2917937" y="3806936"/>
              <a:ext cx="471899" cy="478726"/>
            </a:xfrm>
            <a:custGeom>
              <a:avLst/>
              <a:gdLst/>
              <a:ahLst/>
              <a:cxnLst/>
              <a:rect l="l" t="t" r="r" b="b"/>
              <a:pathLst>
                <a:path w="5678" h="5679" extrusionOk="0">
                  <a:moveTo>
                    <a:pt x="2839" y="1"/>
                  </a:moveTo>
                  <a:cubicBezTo>
                    <a:pt x="1271" y="1"/>
                    <a:pt x="1" y="1271"/>
                    <a:pt x="1" y="2840"/>
                  </a:cubicBezTo>
                  <a:cubicBezTo>
                    <a:pt x="1" y="4407"/>
                    <a:pt x="1271" y="5678"/>
                    <a:pt x="2839" y="5678"/>
                  </a:cubicBezTo>
                  <a:cubicBezTo>
                    <a:pt x="4406" y="5678"/>
                    <a:pt x="5678" y="4407"/>
                    <a:pt x="5678" y="2840"/>
                  </a:cubicBezTo>
                  <a:cubicBezTo>
                    <a:pt x="5678" y="1271"/>
                    <a:pt x="4406" y="1"/>
                    <a:pt x="28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8" name="Google Shape;1598;p41">
              <a:extLst>
                <a:ext uri="{FF2B5EF4-FFF2-40B4-BE49-F238E27FC236}">
                  <a16:creationId xmlns:a16="http://schemas.microsoft.com/office/drawing/2014/main" id="{E222D032-A673-F027-12D4-836425B6F992}"/>
                </a:ext>
              </a:extLst>
            </p:cNvPr>
            <p:cNvGrpSpPr/>
            <p:nvPr/>
          </p:nvGrpSpPr>
          <p:grpSpPr>
            <a:xfrm>
              <a:off x="2303763" y="2146767"/>
              <a:ext cx="1700271" cy="2186438"/>
              <a:chOff x="2303763" y="2146767"/>
              <a:chExt cx="1700271" cy="2186438"/>
            </a:xfrm>
          </p:grpSpPr>
          <p:sp>
            <p:nvSpPr>
              <p:cNvPr id="1599" name="Google Shape;1599;p41">
                <a:extLst>
                  <a:ext uri="{FF2B5EF4-FFF2-40B4-BE49-F238E27FC236}">
                    <a16:creationId xmlns:a16="http://schemas.microsoft.com/office/drawing/2014/main" id="{5E8EA7C8-E579-1AD0-4DA9-3533791F588E}"/>
                  </a:ext>
                </a:extLst>
              </p:cNvPr>
              <p:cNvSpPr/>
              <p:nvPr/>
            </p:nvSpPr>
            <p:spPr>
              <a:xfrm>
                <a:off x="2303763" y="2225670"/>
                <a:ext cx="1700271" cy="1868370"/>
              </a:xfrm>
              <a:custGeom>
                <a:avLst/>
                <a:gdLst/>
                <a:ahLst/>
                <a:cxnLst/>
                <a:rect l="l" t="t" r="r" b="b"/>
                <a:pathLst>
                  <a:path w="17245" h="22164" extrusionOk="0">
                    <a:moveTo>
                      <a:pt x="2325" y="1"/>
                    </a:moveTo>
                    <a:cubicBezTo>
                      <a:pt x="1043" y="1"/>
                      <a:pt x="1" y="1043"/>
                      <a:pt x="1" y="2324"/>
                    </a:cubicBezTo>
                    <a:lnTo>
                      <a:pt x="1" y="19840"/>
                    </a:lnTo>
                    <a:cubicBezTo>
                      <a:pt x="1" y="21122"/>
                      <a:pt x="1043" y="22163"/>
                      <a:pt x="2325" y="22163"/>
                    </a:cubicBezTo>
                    <a:lnTo>
                      <a:pt x="14921" y="22163"/>
                    </a:lnTo>
                    <a:cubicBezTo>
                      <a:pt x="16201" y="22163"/>
                      <a:pt x="17245" y="21122"/>
                      <a:pt x="17245" y="19840"/>
                    </a:cubicBezTo>
                    <a:lnTo>
                      <a:pt x="17245" y="14536"/>
                    </a:lnTo>
                    <a:lnTo>
                      <a:pt x="16111" y="14536"/>
                    </a:lnTo>
                    <a:lnTo>
                      <a:pt x="16111" y="19840"/>
                    </a:lnTo>
                    <a:cubicBezTo>
                      <a:pt x="16111" y="20496"/>
                      <a:pt x="15577" y="21031"/>
                      <a:pt x="14921" y="21031"/>
                    </a:cubicBezTo>
                    <a:lnTo>
                      <a:pt x="2325" y="21031"/>
                    </a:lnTo>
                    <a:cubicBezTo>
                      <a:pt x="1668" y="21031"/>
                      <a:pt x="1134" y="20496"/>
                      <a:pt x="1134" y="19840"/>
                    </a:cubicBezTo>
                    <a:lnTo>
                      <a:pt x="1134" y="2324"/>
                    </a:lnTo>
                    <a:cubicBezTo>
                      <a:pt x="1134" y="1668"/>
                      <a:pt x="1668" y="1134"/>
                      <a:pt x="2325" y="1134"/>
                    </a:cubicBezTo>
                    <a:lnTo>
                      <a:pt x="12012" y="1134"/>
                    </a:lnTo>
                    <a:lnTo>
                      <a:pt x="120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1">
                <a:extLst>
                  <a:ext uri="{FF2B5EF4-FFF2-40B4-BE49-F238E27FC236}">
                    <a16:creationId xmlns:a16="http://schemas.microsoft.com/office/drawing/2014/main" id="{9C0CCE5C-EB55-E29A-C716-478EB85456F5}"/>
                  </a:ext>
                </a:extLst>
              </p:cNvPr>
              <p:cNvSpPr/>
              <p:nvPr/>
            </p:nvSpPr>
            <p:spPr>
              <a:xfrm>
                <a:off x="3459918" y="2146767"/>
                <a:ext cx="193480" cy="253483"/>
              </a:xfrm>
              <a:custGeom>
                <a:avLst/>
                <a:gdLst/>
                <a:ahLst/>
                <a:cxnLst/>
                <a:rect l="l" t="t" r="r" b="b"/>
                <a:pathLst>
                  <a:path w="2328" h="3007" extrusionOk="0">
                    <a:moveTo>
                      <a:pt x="1" y="1"/>
                    </a:moveTo>
                    <a:lnTo>
                      <a:pt x="1" y="3006"/>
                    </a:lnTo>
                    <a:lnTo>
                      <a:pt x="2328" y="150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1">
                <a:extLst>
                  <a:ext uri="{FF2B5EF4-FFF2-40B4-BE49-F238E27FC236}">
                    <a16:creationId xmlns:a16="http://schemas.microsoft.com/office/drawing/2014/main" id="{31B567BB-A2B0-9DA7-5B43-499233D88A67}"/>
                  </a:ext>
                </a:extLst>
              </p:cNvPr>
              <p:cNvSpPr/>
              <p:nvPr/>
            </p:nvSpPr>
            <p:spPr>
              <a:xfrm>
                <a:off x="2870814" y="3759308"/>
                <a:ext cx="566145" cy="573897"/>
              </a:xfrm>
              <a:custGeom>
                <a:avLst/>
                <a:gdLst/>
                <a:ahLst/>
                <a:cxnLst/>
                <a:rect l="l" t="t" r="r" b="b"/>
                <a:pathLst>
                  <a:path w="6812" h="6808" extrusionOk="0">
                    <a:moveTo>
                      <a:pt x="3406" y="1132"/>
                    </a:moveTo>
                    <a:cubicBezTo>
                      <a:pt x="4659" y="1132"/>
                      <a:pt x="5678" y="2151"/>
                      <a:pt x="5678" y="3405"/>
                    </a:cubicBezTo>
                    <a:cubicBezTo>
                      <a:pt x="5678" y="4658"/>
                      <a:pt x="4659" y="5676"/>
                      <a:pt x="3406" y="5676"/>
                    </a:cubicBezTo>
                    <a:cubicBezTo>
                      <a:pt x="2153" y="5676"/>
                      <a:pt x="1134" y="4658"/>
                      <a:pt x="1134" y="3405"/>
                    </a:cubicBezTo>
                    <a:cubicBezTo>
                      <a:pt x="1134" y="2151"/>
                      <a:pt x="2153" y="1132"/>
                      <a:pt x="3406" y="1132"/>
                    </a:cubicBezTo>
                    <a:close/>
                    <a:moveTo>
                      <a:pt x="3406" y="0"/>
                    </a:moveTo>
                    <a:cubicBezTo>
                      <a:pt x="1528" y="0"/>
                      <a:pt x="1" y="1527"/>
                      <a:pt x="1" y="3405"/>
                    </a:cubicBezTo>
                    <a:cubicBezTo>
                      <a:pt x="1" y="5282"/>
                      <a:pt x="1529" y="6808"/>
                      <a:pt x="3406" y="6808"/>
                    </a:cubicBezTo>
                    <a:cubicBezTo>
                      <a:pt x="5284" y="6808"/>
                      <a:pt x="6812" y="5282"/>
                      <a:pt x="6810" y="3405"/>
                    </a:cubicBezTo>
                    <a:cubicBezTo>
                      <a:pt x="6810" y="1527"/>
                      <a:pt x="5283" y="0"/>
                      <a:pt x="34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2" name="Google Shape;1602;p41">
            <a:extLst>
              <a:ext uri="{FF2B5EF4-FFF2-40B4-BE49-F238E27FC236}">
                <a16:creationId xmlns:a16="http://schemas.microsoft.com/office/drawing/2014/main" id="{ED2BAE50-316F-7C8F-7D21-7E724114C941}"/>
              </a:ext>
            </a:extLst>
          </p:cNvPr>
          <p:cNvGrpSpPr/>
          <p:nvPr/>
        </p:nvGrpSpPr>
        <p:grpSpPr>
          <a:xfrm>
            <a:off x="6532062" y="1410269"/>
            <a:ext cx="1625564" cy="2177700"/>
            <a:chOff x="6557948" y="1256325"/>
            <a:chExt cx="1700271" cy="2186357"/>
          </a:xfrm>
        </p:grpSpPr>
        <p:sp>
          <p:nvSpPr>
            <p:cNvPr id="1603" name="Google Shape;1603;p41">
              <a:extLst>
                <a:ext uri="{FF2B5EF4-FFF2-40B4-BE49-F238E27FC236}">
                  <a16:creationId xmlns:a16="http://schemas.microsoft.com/office/drawing/2014/main" id="{EBF08661-43AF-4F9D-7633-DD1C20A3F7FB}"/>
                </a:ext>
              </a:extLst>
            </p:cNvPr>
            <p:cNvSpPr/>
            <p:nvPr/>
          </p:nvSpPr>
          <p:spPr>
            <a:xfrm>
              <a:off x="6557948" y="1495561"/>
              <a:ext cx="1700271" cy="1868201"/>
            </a:xfrm>
            <a:custGeom>
              <a:avLst/>
              <a:gdLst/>
              <a:ahLst/>
              <a:cxnLst/>
              <a:rect l="l" t="t" r="r" b="b"/>
              <a:pathLst>
                <a:path w="17245" h="22162" extrusionOk="0">
                  <a:moveTo>
                    <a:pt x="2325" y="1"/>
                  </a:moveTo>
                  <a:cubicBezTo>
                    <a:pt x="1043" y="1"/>
                    <a:pt x="1" y="1042"/>
                    <a:pt x="1" y="2324"/>
                  </a:cubicBezTo>
                  <a:lnTo>
                    <a:pt x="1" y="19838"/>
                  </a:lnTo>
                  <a:cubicBezTo>
                    <a:pt x="1" y="21119"/>
                    <a:pt x="1043" y="22162"/>
                    <a:pt x="2325" y="22162"/>
                  </a:cubicBezTo>
                  <a:lnTo>
                    <a:pt x="12012" y="22162"/>
                  </a:lnTo>
                  <a:lnTo>
                    <a:pt x="12012" y="21029"/>
                  </a:lnTo>
                  <a:lnTo>
                    <a:pt x="2325" y="21029"/>
                  </a:lnTo>
                  <a:cubicBezTo>
                    <a:pt x="1668" y="21029"/>
                    <a:pt x="1134" y="20495"/>
                    <a:pt x="1134" y="19840"/>
                  </a:cubicBezTo>
                  <a:lnTo>
                    <a:pt x="1134" y="2324"/>
                  </a:lnTo>
                  <a:cubicBezTo>
                    <a:pt x="1134" y="1668"/>
                    <a:pt x="1668" y="1133"/>
                    <a:pt x="2325" y="1133"/>
                  </a:cubicBezTo>
                  <a:lnTo>
                    <a:pt x="14921" y="1133"/>
                  </a:lnTo>
                  <a:cubicBezTo>
                    <a:pt x="15577" y="1133"/>
                    <a:pt x="16111" y="1668"/>
                    <a:pt x="16111" y="2324"/>
                  </a:cubicBezTo>
                  <a:lnTo>
                    <a:pt x="16111" y="7628"/>
                  </a:lnTo>
                  <a:lnTo>
                    <a:pt x="17245" y="7628"/>
                  </a:lnTo>
                  <a:lnTo>
                    <a:pt x="17245" y="2324"/>
                  </a:lnTo>
                  <a:cubicBezTo>
                    <a:pt x="17245" y="1042"/>
                    <a:pt x="16203" y="1"/>
                    <a:pt x="149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1">
              <a:extLst>
                <a:ext uri="{FF2B5EF4-FFF2-40B4-BE49-F238E27FC236}">
                  <a16:creationId xmlns:a16="http://schemas.microsoft.com/office/drawing/2014/main" id="{C063CDC1-08CA-5E41-26BD-1F96F10D42E8}"/>
                </a:ext>
              </a:extLst>
            </p:cNvPr>
            <p:cNvSpPr/>
            <p:nvPr/>
          </p:nvSpPr>
          <p:spPr>
            <a:xfrm>
              <a:off x="7705398" y="3189283"/>
              <a:ext cx="193563" cy="253398"/>
            </a:xfrm>
            <a:custGeom>
              <a:avLst/>
              <a:gdLst/>
              <a:ahLst/>
              <a:cxnLst/>
              <a:rect l="l" t="t" r="r" b="b"/>
              <a:pathLst>
                <a:path w="2329" h="3006" extrusionOk="0">
                  <a:moveTo>
                    <a:pt x="1" y="0"/>
                  </a:moveTo>
                  <a:lnTo>
                    <a:pt x="1" y="3006"/>
                  </a:lnTo>
                  <a:lnTo>
                    <a:pt x="2328" y="15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1">
              <a:extLst>
                <a:ext uri="{FF2B5EF4-FFF2-40B4-BE49-F238E27FC236}">
                  <a16:creationId xmlns:a16="http://schemas.microsoft.com/office/drawing/2014/main" id="{A9C2ED59-70DA-A790-148B-50D214AC170A}"/>
                </a:ext>
              </a:extLst>
            </p:cNvPr>
            <p:cNvSpPr/>
            <p:nvPr/>
          </p:nvSpPr>
          <p:spPr>
            <a:xfrm>
              <a:off x="7172080" y="1303869"/>
              <a:ext cx="471982" cy="478641"/>
            </a:xfrm>
            <a:custGeom>
              <a:avLst/>
              <a:gdLst/>
              <a:ahLst/>
              <a:cxnLst/>
              <a:rect l="l" t="t" r="r" b="b"/>
              <a:pathLst>
                <a:path w="5679" h="5678" extrusionOk="0">
                  <a:moveTo>
                    <a:pt x="2839" y="1"/>
                  </a:moveTo>
                  <a:cubicBezTo>
                    <a:pt x="1271" y="1"/>
                    <a:pt x="1" y="1272"/>
                    <a:pt x="1" y="2839"/>
                  </a:cubicBezTo>
                  <a:cubicBezTo>
                    <a:pt x="1" y="4407"/>
                    <a:pt x="1271" y="5678"/>
                    <a:pt x="2839" y="5678"/>
                  </a:cubicBezTo>
                  <a:cubicBezTo>
                    <a:pt x="4407" y="5678"/>
                    <a:pt x="5678" y="4407"/>
                    <a:pt x="5678" y="2839"/>
                  </a:cubicBezTo>
                  <a:cubicBezTo>
                    <a:pt x="5678" y="1272"/>
                    <a:pt x="4407" y="1"/>
                    <a:pt x="28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1">
              <a:extLst>
                <a:ext uri="{FF2B5EF4-FFF2-40B4-BE49-F238E27FC236}">
                  <a16:creationId xmlns:a16="http://schemas.microsoft.com/office/drawing/2014/main" id="{8AD6C14B-3B6D-2847-A6C7-CA737558230E}"/>
                </a:ext>
              </a:extLst>
            </p:cNvPr>
            <p:cNvSpPr/>
            <p:nvPr/>
          </p:nvSpPr>
          <p:spPr>
            <a:xfrm>
              <a:off x="7125081" y="1256325"/>
              <a:ext cx="565979" cy="573982"/>
            </a:xfrm>
            <a:custGeom>
              <a:avLst/>
              <a:gdLst/>
              <a:ahLst/>
              <a:cxnLst/>
              <a:rect l="l" t="t" r="r" b="b"/>
              <a:pathLst>
                <a:path w="6810" h="6809" extrusionOk="0">
                  <a:moveTo>
                    <a:pt x="3405" y="1131"/>
                  </a:moveTo>
                  <a:cubicBezTo>
                    <a:pt x="4658" y="1131"/>
                    <a:pt x="5676" y="2152"/>
                    <a:pt x="5677" y="3403"/>
                  </a:cubicBezTo>
                  <a:cubicBezTo>
                    <a:pt x="5677" y="4656"/>
                    <a:pt x="4659" y="5676"/>
                    <a:pt x="3405" y="5676"/>
                  </a:cubicBezTo>
                  <a:cubicBezTo>
                    <a:pt x="2152" y="5676"/>
                    <a:pt x="1133" y="4656"/>
                    <a:pt x="1133" y="3403"/>
                  </a:cubicBezTo>
                  <a:cubicBezTo>
                    <a:pt x="1133" y="2150"/>
                    <a:pt x="2152" y="1131"/>
                    <a:pt x="3405" y="1131"/>
                  </a:cubicBezTo>
                  <a:close/>
                  <a:moveTo>
                    <a:pt x="3405" y="1"/>
                  </a:moveTo>
                  <a:cubicBezTo>
                    <a:pt x="1527" y="1"/>
                    <a:pt x="0" y="1527"/>
                    <a:pt x="0" y="3405"/>
                  </a:cubicBezTo>
                  <a:cubicBezTo>
                    <a:pt x="0" y="5282"/>
                    <a:pt x="1528" y="6809"/>
                    <a:pt x="3405" y="6809"/>
                  </a:cubicBezTo>
                  <a:cubicBezTo>
                    <a:pt x="5283" y="6809"/>
                    <a:pt x="6810" y="5282"/>
                    <a:pt x="6810" y="3405"/>
                  </a:cubicBezTo>
                  <a:cubicBezTo>
                    <a:pt x="6810" y="1527"/>
                    <a:pt x="5283" y="1"/>
                    <a:pt x="34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7" name="Google Shape;1607;p41">
            <a:extLst>
              <a:ext uri="{FF2B5EF4-FFF2-40B4-BE49-F238E27FC236}">
                <a16:creationId xmlns:a16="http://schemas.microsoft.com/office/drawing/2014/main" id="{132B2176-0118-7997-40C1-E32638A5AF1F}"/>
              </a:ext>
            </a:extLst>
          </p:cNvPr>
          <p:cNvGrpSpPr/>
          <p:nvPr/>
        </p:nvGrpSpPr>
        <p:grpSpPr>
          <a:xfrm>
            <a:off x="3630081" y="1421425"/>
            <a:ext cx="1700172" cy="2186357"/>
            <a:chOff x="3718981" y="1256325"/>
            <a:chExt cx="1700172" cy="2186357"/>
          </a:xfrm>
        </p:grpSpPr>
        <p:sp>
          <p:nvSpPr>
            <p:cNvPr id="1608" name="Google Shape;1608;p41">
              <a:extLst>
                <a:ext uri="{FF2B5EF4-FFF2-40B4-BE49-F238E27FC236}">
                  <a16:creationId xmlns:a16="http://schemas.microsoft.com/office/drawing/2014/main" id="{054FA3A5-ED9A-6E32-078A-7B790817FE04}"/>
                </a:ext>
              </a:extLst>
            </p:cNvPr>
            <p:cNvSpPr/>
            <p:nvPr/>
          </p:nvSpPr>
          <p:spPr>
            <a:xfrm>
              <a:off x="4333105" y="1303869"/>
              <a:ext cx="471899" cy="478641"/>
            </a:xfrm>
            <a:custGeom>
              <a:avLst/>
              <a:gdLst/>
              <a:ahLst/>
              <a:cxnLst/>
              <a:rect l="l" t="t" r="r" b="b"/>
              <a:pathLst>
                <a:path w="5678" h="5678" extrusionOk="0">
                  <a:moveTo>
                    <a:pt x="2839" y="1"/>
                  </a:moveTo>
                  <a:cubicBezTo>
                    <a:pt x="1272" y="1"/>
                    <a:pt x="1" y="1272"/>
                    <a:pt x="1" y="2839"/>
                  </a:cubicBezTo>
                  <a:cubicBezTo>
                    <a:pt x="1" y="4407"/>
                    <a:pt x="1272" y="5678"/>
                    <a:pt x="2839" y="5678"/>
                  </a:cubicBezTo>
                  <a:cubicBezTo>
                    <a:pt x="4407" y="5678"/>
                    <a:pt x="5678" y="4407"/>
                    <a:pt x="5678" y="2839"/>
                  </a:cubicBezTo>
                  <a:cubicBezTo>
                    <a:pt x="5678" y="1272"/>
                    <a:pt x="4407" y="1"/>
                    <a:pt x="28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9" name="Google Shape;1609;p41">
              <a:extLst>
                <a:ext uri="{FF2B5EF4-FFF2-40B4-BE49-F238E27FC236}">
                  <a16:creationId xmlns:a16="http://schemas.microsoft.com/office/drawing/2014/main" id="{84AA4253-D927-20FF-D30A-95249F79D7C7}"/>
                </a:ext>
              </a:extLst>
            </p:cNvPr>
            <p:cNvGrpSpPr/>
            <p:nvPr/>
          </p:nvGrpSpPr>
          <p:grpSpPr>
            <a:xfrm>
              <a:off x="3718981" y="1256325"/>
              <a:ext cx="1700172" cy="2186357"/>
              <a:chOff x="3718981" y="1256325"/>
              <a:chExt cx="1700172" cy="2186357"/>
            </a:xfrm>
          </p:grpSpPr>
          <p:sp>
            <p:nvSpPr>
              <p:cNvPr id="1610" name="Google Shape;1610;p41">
                <a:extLst>
                  <a:ext uri="{FF2B5EF4-FFF2-40B4-BE49-F238E27FC236}">
                    <a16:creationId xmlns:a16="http://schemas.microsoft.com/office/drawing/2014/main" id="{99973AAA-8F24-D640-1CDC-83E3FF5BD8B2}"/>
                  </a:ext>
                </a:extLst>
              </p:cNvPr>
              <p:cNvSpPr/>
              <p:nvPr/>
            </p:nvSpPr>
            <p:spPr>
              <a:xfrm>
                <a:off x="3718981" y="1495561"/>
                <a:ext cx="1700172" cy="1868201"/>
              </a:xfrm>
              <a:custGeom>
                <a:avLst/>
                <a:gdLst/>
                <a:ahLst/>
                <a:cxnLst/>
                <a:rect l="l" t="t" r="r" b="b"/>
                <a:pathLst>
                  <a:path w="17244" h="22162" extrusionOk="0">
                    <a:moveTo>
                      <a:pt x="2324" y="1"/>
                    </a:moveTo>
                    <a:cubicBezTo>
                      <a:pt x="1042" y="1"/>
                      <a:pt x="1" y="1042"/>
                      <a:pt x="1" y="2324"/>
                    </a:cubicBezTo>
                    <a:lnTo>
                      <a:pt x="1" y="19838"/>
                    </a:lnTo>
                    <a:cubicBezTo>
                      <a:pt x="1" y="21119"/>
                      <a:pt x="1042" y="22162"/>
                      <a:pt x="2324" y="22162"/>
                    </a:cubicBezTo>
                    <a:lnTo>
                      <a:pt x="12011" y="22162"/>
                    </a:lnTo>
                    <a:lnTo>
                      <a:pt x="12011" y="21029"/>
                    </a:lnTo>
                    <a:lnTo>
                      <a:pt x="2324" y="21029"/>
                    </a:lnTo>
                    <a:cubicBezTo>
                      <a:pt x="1668" y="21029"/>
                      <a:pt x="1133" y="20495"/>
                      <a:pt x="1133" y="19840"/>
                    </a:cubicBezTo>
                    <a:lnTo>
                      <a:pt x="1133" y="2324"/>
                    </a:lnTo>
                    <a:cubicBezTo>
                      <a:pt x="1133" y="1668"/>
                      <a:pt x="1668" y="1133"/>
                      <a:pt x="2324" y="1133"/>
                    </a:cubicBezTo>
                    <a:lnTo>
                      <a:pt x="14921" y="1133"/>
                    </a:lnTo>
                    <a:cubicBezTo>
                      <a:pt x="15576" y="1133"/>
                      <a:pt x="16110" y="1668"/>
                      <a:pt x="16110" y="2324"/>
                    </a:cubicBezTo>
                    <a:lnTo>
                      <a:pt x="16110" y="7628"/>
                    </a:lnTo>
                    <a:lnTo>
                      <a:pt x="17244" y="7628"/>
                    </a:lnTo>
                    <a:lnTo>
                      <a:pt x="17244" y="2324"/>
                    </a:lnTo>
                    <a:cubicBezTo>
                      <a:pt x="17244" y="1042"/>
                      <a:pt x="16201" y="1"/>
                      <a:pt x="149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41">
                <a:extLst>
                  <a:ext uri="{FF2B5EF4-FFF2-40B4-BE49-F238E27FC236}">
                    <a16:creationId xmlns:a16="http://schemas.microsoft.com/office/drawing/2014/main" id="{1CE6D7A9-8A01-3B1C-21E3-863D8DB3ED08}"/>
                  </a:ext>
                </a:extLst>
              </p:cNvPr>
              <p:cNvSpPr/>
              <p:nvPr/>
            </p:nvSpPr>
            <p:spPr>
              <a:xfrm>
                <a:off x="4852884" y="3189283"/>
                <a:ext cx="193563" cy="253398"/>
              </a:xfrm>
              <a:custGeom>
                <a:avLst/>
                <a:gdLst/>
                <a:ahLst/>
                <a:cxnLst/>
                <a:rect l="l" t="t" r="r" b="b"/>
                <a:pathLst>
                  <a:path w="2329" h="3006" extrusionOk="0">
                    <a:moveTo>
                      <a:pt x="1" y="0"/>
                    </a:moveTo>
                    <a:lnTo>
                      <a:pt x="1" y="3006"/>
                    </a:lnTo>
                    <a:lnTo>
                      <a:pt x="2328" y="1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41">
                <a:extLst>
                  <a:ext uri="{FF2B5EF4-FFF2-40B4-BE49-F238E27FC236}">
                    <a16:creationId xmlns:a16="http://schemas.microsoft.com/office/drawing/2014/main" id="{910189B8-1199-71E6-44D6-800B55069D52}"/>
                  </a:ext>
                </a:extLst>
              </p:cNvPr>
              <p:cNvSpPr/>
              <p:nvPr/>
            </p:nvSpPr>
            <p:spPr>
              <a:xfrm>
                <a:off x="4286065" y="1256325"/>
                <a:ext cx="565979" cy="573982"/>
              </a:xfrm>
              <a:custGeom>
                <a:avLst/>
                <a:gdLst/>
                <a:ahLst/>
                <a:cxnLst/>
                <a:rect l="l" t="t" r="r" b="b"/>
                <a:pathLst>
                  <a:path w="6810" h="6809" extrusionOk="0">
                    <a:moveTo>
                      <a:pt x="3404" y="1131"/>
                    </a:moveTo>
                    <a:cubicBezTo>
                      <a:pt x="4657" y="1131"/>
                      <a:pt x="5677" y="2152"/>
                      <a:pt x="5677" y="3403"/>
                    </a:cubicBezTo>
                    <a:cubicBezTo>
                      <a:pt x="5677" y="4656"/>
                      <a:pt x="4657" y="5676"/>
                      <a:pt x="3404" y="5676"/>
                    </a:cubicBezTo>
                    <a:cubicBezTo>
                      <a:pt x="2151" y="5676"/>
                      <a:pt x="1132" y="4656"/>
                      <a:pt x="1132" y="3403"/>
                    </a:cubicBezTo>
                    <a:cubicBezTo>
                      <a:pt x="1132" y="2150"/>
                      <a:pt x="2151" y="1131"/>
                      <a:pt x="3404" y="1131"/>
                    </a:cubicBezTo>
                    <a:close/>
                    <a:moveTo>
                      <a:pt x="3404" y="1"/>
                    </a:moveTo>
                    <a:cubicBezTo>
                      <a:pt x="1527" y="1"/>
                      <a:pt x="1" y="1527"/>
                      <a:pt x="1" y="3405"/>
                    </a:cubicBezTo>
                    <a:cubicBezTo>
                      <a:pt x="1" y="5282"/>
                      <a:pt x="1527" y="6809"/>
                      <a:pt x="3404" y="6809"/>
                    </a:cubicBezTo>
                    <a:cubicBezTo>
                      <a:pt x="5281" y="6809"/>
                      <a:pt x="6810" y="5282"/>
                      <a:pt x="6810" y="3405"/>
                    </a:cubicBezTo>
                    <a:cubicBezTo>
                      <a:pt x="6810" y="1527"/>
                      <a:pt x="5281" y="1"/>
                      <a:pt x="340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3" name="Google Shape;1613;p41">
            <a:extLst>
              <a:ext uri="{FF2B5EF4-FFF2-40B4-BE49-F238E27FC236}">
                <a16:creationId xmlns:a16="http://schemas.microsoft.com/office/drawing/2014/main" id="{9AA7E3A9-D74E-F158-632E-CF5BC8B19E0F}"/>
              </a:ext>
            </a:extLst>
          </p:cNvPr>
          <p:cNvGrpSpPr/>
          <p:nvPr/>
        </p:nvGrpSpPr>
        <p:grpSpPr>
          <a:xfrm>
            <a:off x="802667" y="1970144"/>
            <a:ext cx="1497266" cy="1323476"/>
            <a:chOff x="733165" y="3465325"/>
            <a:chExt cx="1661414" cy="1323476"/>
          </a:xfrm>
        </p:grpSpPr>
        <p:sp>
          <p:nvSpPr>
            <p:cNvPr id="1614" name="Google Shape;1614;p41">
              <a:extLst>
                <a:ext uri="{FF2B5EF4-FFF2-40B4-BE49-F238E27FC236}">
                  <a16:creationId xmlns:a16="http://schemas.microsoft.com/office/drawing/2014/main" id="{32063B7A-7DCF-CFA4-9EAB-631CAE365C2D}"/>
                </a:ext>
              </a:extLst>
            </p:cNvPr>
            <p:cNvSpPr txBox="1"/>
            <p:nvPr/>
          </p:nvSpPr>
          <p:spPr>
            <a:xfrm>
              <a:off x="733165" y="3994230"/>
              <a:ext cx="1661414" cy="7945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00" b="1">
                  <a:latin typeface="Roboto"/>
                  <a:ea typeface="Roboto"/>
                  <a:cs typeface="Roboto"/>
                </a:rPr>
                <a:t>Mobile robots need to navigate unstructured </a:t>
              </a:r>
              <a:r>
                <a:rPr lang="en" sz="1000" b="1" err="1">
                  <a:latin typeface="Roboto"/>
                  <a:ea typeface="Roboto"/>
                  <a:cs typeface="Roboto"/>
                </a:rPr>
                <a:t>terrai</a:t>
              </a:r>
              <a:r>
                <a:rPr lang="en" sz="1000" b="1">
                  <a:latin typeface="Roboto"/>
                  <a:ea typeface="Roboto"/>
                  <a:cs typeface="Roboto"/>
                </a:rPr>
                <a:t>n without damaging crops and human workers</a:t>
              </a:r>
              <a:endParaRPr lang="en" sz="1000" b="1">
                <a:solidFill>
                  <a:srgbClr val="000000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615" name="Google Shape;1615;p41">
              <a:extLst>
                <a:ext uri="{FF2B5EF4-FFF2-40B4-BE49-F238E27FC236}">
                  <a16:creationId xmlns:a16="http://schemas.microsoft.com/office/drawing/2014/main" id="{8CB792FC-C0EA-48BF-AB01-C7E59276A731}"/>
                </a:ext>
              </a:extLst>
            </p:cNvPr>
            <p:cNvSpPr txBox="1"/>
            <p:nvPr/>
          </p:nvSpPr>
          <p:spPr>
            <a:xfrm>
              <a:off x="838707" y="3465325"/>
              <a:ext cx="149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27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</a:endParaRPr>
            </a:p>
          </p:txBody>
        </p:sp>
        <p:sp>
          <p:nvSpPr>
            <p:cNvPr id="1616" name="Google Shape;1616;p41">
              <a:extLst>
                <a:ext uri="{FF2B5EF4-FFF2-40B4-BE49-F238E27FC236}">
                  <a16:creationId xmlns:a16="http://schemas.microsoft.com/office/drawing/2014/main" id="{0689EFCA-A821-ABB6-0ED0-EE6C707A8A86}"/>
                </a:ext>
              </a:extLst>
            </p:cNvPr>
            <p:cNvSpPr txBox="1"/>
            <p:nvPr/>
          </p:nvSpPr>
          <p:spPr>
            <a:xfrm>
              <a:off x="857970" y="3578503"/>
              <a:ext cx="1494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6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Agricultural </a:t>
              </a:r>
              <a:endParaRPr lang="en-US" sz="16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</a:rPr>
                <a:t>Swarms</a:t>
              </a:r>
            </a:p>
          </p:txBody>
        </p:sp>
      </p:grpSp>
      <p:grpSp>
        <p:nvGrpSpPr>
          <p:cNvPr id="1617" name="Google Shape;1617;p41">
            <a:extLst>
              <a:ext uri="{FF2B5EF4-FFF2-40B4-BE49-F238E27FC236}">
                <a16:creationId xmlns:a16="http://schemas.microsoft.com/office/drawing/2014/main" id="{730BEA66-5081-AA72-E246-5AC730B8CD26}"/>
              </a:ext>
            </a:extLst>
          </p:cNvPr>
          <p:cNvGrpSpPr/>
          <p:nvPr/>
        </p:nvGrpSpPr>
        <p:grpSpPr>
          <a:xfrm>
            <a:off x="3758902" y="2054056"/>
            <a:ext cx="1341267" cy="1021799"/>
            <a:chOff x="873581" y="3463525"/>
            <a:chExt cx="1494614" cy="1021799"/>
          </a:xfrm>
        </p:grpSpPr>
        <p:sp>
          <p:nvSpPr>
            <p:cNvPr id="1618" name="Google Shape;1618;p41">
              <a:extLst>
                <a:ext uri="{FF2B5EF4-FFF2-40B4-BE49-F238E27FC236}">
                  <a16:creationId xmlns:a16="http://schemas.microsoft.com/office/drawing/2014/main" id="{DF42B188-363E-950D-CAD4-AD3DC17CCB9C}"/>
                </a:ext>
              </a:extLst>
            </p:cNvPr>
            <p:cNvSpPr txBox="1"/>
            <p:nvPr/>
          </p:nvSpPr>
          <p:spPr>
            <a:xfrm>
              <a:off x="873581" y="3966624"/>
              <a:ext cx="14946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00" b="1">
                  <a:latin typeface="Roboto"/>
                  <a:ea typeface="Roboto"/>
                  <a:cs typeface="Roboto"/>
                </a:rPr>
                <a:t>Safety needed to prevent local voltage or frequency fluctuations that trigger blackouts</a:t>
              </a:r>
              <a:endParaRPr lang="en" sz="1000" b="1">
                <a:solidFill>
                  <a:srgbClr val="000000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619" name="Google Shape;1619;p41">
              <a:extLst>
                <a:ext uri="{FF2B5EF4-FFF2-40B4-BE49-F238E27FC236}">
                  <a16:creationId xmlns:a16="http://schemas.microsoft.com/office/drawing/2014/main" id="{7583FE4F-F77B-6E37-99F3-F9B38E1C27D7}"/>
                </a:ext>
              </a:extLst>
            </p:cNvPr>
            <p:cNvSpPr txBox="1"/>
            <p:nvPr/>
          </p:nvSpPr>
          <p:spPr>
            <a:xfrm>
              <a:off x="873586" y="3465325"/>
              <a:ext cx="149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27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</a:endParaRPr>
            </a:p>
          </p:txBody>
        </p:sp>
        <p:sp>
          <p:nvSpPr>
            <p:cNvPr id="1620" name="Google Shape;1620;p41">
              <a:extLst>
                <a:ext uri="{FF2B5EF4-FFF2-40B4-BE49-F238E27FC236}">
                  <a16:creationId xmlns:a16="http://schemas.microsoft.com/office/drawing/2014/main" id="{7D69D36C-7753-61AA-C3DF-0FF457781832}"/>
                </a:ext>
              </a:extLst>
            </p:cNvPr>
            <p:cNvSpPr txBox="1"/>
            <p:nvPr/>
          </p:nvSpPr>
          <p:spPr>
            <a:xfrm>
              <a:off x="873595" y="3463525"/>
              <a:ext cx="1494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6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</a:rPr>
                <a:t>Smart grids</a:t>
              </a:r>
            </a:p>
          </p:txBody>
        </p:sp>
      </p:grpSp>
      <p:grpSp>
        <p:nvGrpSpPr>
          <p:cNvPr id="1621" name="Google Shape;1621;p41">
            <a:extLst>
              <a:ext uri="{FF2B5EF4-FFF2-40B4-BE49-F238E27FC236}">
                <a16:creationId xmlns:a16="http://schemas.microsoft.com/office/drawing/2014/main" id="{CAA4AC70-5A1E-554F-0880-3A523733B8B2}"/>
              </a:ext>
            </a:extLst>
          </p:cNvPr>
          <p:cNvGrpSpPr/>
          <p:nvPr/>
        </p:nvGrpSpPr>
        <p:grpSpPr>
          <a:xfrm>
            <a:off x="6590773" y="1970169"/>
            <a:ext cx="1508143" cy="1186918"/>
            <a:chOff x="2211381" y="1589138"/>
            <a:chExt cx="1629367" cy="1186918"/>
          </a:xfrm>
        </p:grpSpPr>
        <p:sp>
          <p:nvSpPr>
            <p:cNvPr id="1622" name="Google Shape;1622;p41">
              <a:extLst>
                <a:ext uri="{FF2B5EF4-FFF2-40B4-BE49-F238E27FC236}">
                  <a16:creationId xmlns:a16="http://schemas.microsoft.com/office/drawing/2014/main" id="{CE31D05C-2449-6EC8-E9B1-DB6F9005DB9E}"/>
                </a:ext>
              </a:extLst>
            </p:cNvPr>
            <p:cNvSpPr txBox="1"/>
            <p:nvPr/>
          </p:nvSpPr>
          <p:spPr>
            <a:xfrm>
              <a:off x="2286599" y="2257356"/>
              <a:ext cx="14946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00" b="1">
                  <a:latin typeface="Roboto"/>
                  <a:ea typeface="Roboto"/>
                  <a:cs typeface="Roboto"/>
                </a:rPr>
                <a:t>Close, high-speed formation. Needs to be robust to disturbances</a:t>
              </a:r>
            </a:p>
          </p:txBody>
        </p:sp>
        <p:sp>
          <p:nvSpPr>
            <p:cNvPr id="1623" name="Google Shape;1623;p41">
              <a:extLst>
                <a:ext uri="{FF2B5EF4-FFF2-40B4-BE49-F238E27FC236}">
                  <a16:creationId xmlns:a16="http://schemas.microsoft.com/office/drawing/2014/main" id="{39F9C4D7-454C-986F-21F7-2A253928E9D6}"/>
                </a:ext>
              </a:extLst>
            </p:cNvPr>
            <p:cNvSpPr txBox="1"/>
            <p:nvPr/>
          </p:nvSpPr>
          <p:spPr>
            <a:xfrm>
              <a:off x="2323974" y="1589138"/>
              <a:ext cx="149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27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</a:endParaRPr>
            </a:p>
          </p:txBody>
        </p:sp>
        <p:sp>
          <p:nvSpPr>
            <p:cNvPr id="1624" name="Google Shape;1624;p41">
              <a:extLst>
                <a:ext uri="{FF2B5EF4-FFF2-40B4-BE49-F238E27FC236}">
                  <a16:creationId xmlns:a16="http://schemas.microsoft.com/office/drawing/2014/main" id="{4EAAB211-E678-6634-95CC-0C264F86453E}"/>
                </a:ext>
              </a:extLst>
            </p:cNvPr>
            <p:cNvSpPr txBox="1"/>
            <p:nvPr/>
          </p:nvSpPr>
          <p:spPr>
            <a:xfrm>
              <a:off x="2211381" y="1848605"/>
              <a:ext cx="1629367" cy="1627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6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Vehicle platooning</a:t>
              </a:r>
              <a:endParaRPr sz="16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625" name="Google Shape;1625;p41">
            <a:extLst>
              <a:ext uri="{FF2B5EF4-FFF2-40B4-BE49-F238E27FC236}">
                <a16:creationId xmlns:a16="http://schemas.microsoft.com/office/drawing/2014/main" id="{45BAE4E4-1E54-B4DB-CAD6-6846BEEF2770}"/>
              </a:ext>
            </a:extLst>
          </p:cNvPr>
          <p:cNvGrpSpPr/>
          <p:nvPr/>
        </p:nvGrpSpPr>
        <p:grpSpPr>
          <a:xfrm>
            <a:off x="2348329" y="2536733"/>
            <a:ext cx="1344107" cy="1252473"/>
            <a:chOff x="838702" y="3360575"/>
            <a:chExt cx="1494614" cy="1252473"/>
          </a:xfrm>
        </p:grpSpPr>
        <p:sp>
          <p:nvSpPr>
            <p:cNvPr id="1626" name="Google Shape;1626;p41">
              <a:extLst>
                <a:ext uri="{FF2B5EF4-FFF2-40B4-BE49-F238E27FC236}">
                  <a16:creationId xmlns:a16="http://schemas.microsoft.com/office/drawing/2014/main" id="{B6624709-CC79-FE89-B49B-2DAE4C8A7D29}"/>
                </a:ext>
              </a:extLst>
            </p:cNvPr>
            <p:cNvSpPr txBox="1"/>
            <p:nvPr/>
          </p:nvSpPr>
          <p:spPr>
            <a:xfrm>
              <a:off x="838702" y="4094348"/>
              <a:ext cx="14946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00" b="1">
                  <a:latin typeface="Roboto"/>
                  <a:ea typeface="Roboto"/>
                  <a:cs typeface="Roboto"/>
                </a:rPr>
                <a:t>Prevention of gridlocks, protection of staff even with sudden sensor degradation</a:t>
              </a:r>
              <a:endParaRPr lang="en" sz="1000" b="1">
                <a:solidFill>
                  <a:srgbClr val="000000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627" name="Google Shape;1627;p41">
              <a:extLst>
                <a:ext uri="{FF2B5EF4-FFF2-40B4-BE49-F238E27FC236}">
                  <a16:creationId xmlns:a16="http://schemas.microsoft.com/office/drawing/2014/main" id="{E74F8CC7-5C97-238F-EBD1-01A1051D0C38}"/>
                </a:ext>
              </a:extLst>
            </p:cNvPr>
            <p:cNvSpPr txBox="1"/>
            <p:nvPr/>
          </p:nvSpPr>
          <p:spPr>
            <a:xfrm>
              <a:off x="838707" y="3360575"/>
              <a:ext cx="1494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27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</a:endParaRPr>
            </a:p>
          </p:txBody>
        </p:sp>
        <p:sp>
          <p:nvSpPr>
            <p:cNvPr id="1628" name="Google Shape;1628;p41">
              <a:extLst>
                <a:ext uri="{FF2B5EF4-FFF2-40B4-BE49-F238E27FC236}">
                  <a16:creationId xmlns:a16="http://schemas.microsoft.com/office/drawing/2014/main" id="{C06A4477-A3C4-3854-9461-667C6FE2289B}"/>
                </a:ext>
              </a:extLst>
            </p:cNvPr>
            <p:cNvSpPr txBox="1"/>
            <p:nvPr/>
          </p:nvSpPr>
          <p:spPr>
            <a:xfrm>
              <a:off x="838716" y="3561275"/>
              <a:ext cx="1494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6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Warehouse intralogistics</a:t>
              </a:r>
              <a:endPara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</a:endParaRPr>
            </a:p>
          </p:txBody>
        </p:sp>
      </p:grpSp>
      <p:grpSp>
        <p:nvGrpSpPr>
          <p:cNvPr id="1629" name="Google Shape;1629;p41">
            <a:extLst>
              <a:ext uri="{FF2B5EF4-FFF2-40B4-BE49-F238E27FC236}">
                <a16:creationId xmlns:a16="http://schemas.microsoft.com/office/drawing/2014/main" id="{B540D239-63F6-1807-134D-B2EE5C71F5A8}"/>
              </a:ext>
            </a:extLst>
          </p:cNvPr>
          <p:cNvGrpSpPr/>
          <p:nvPr/>
        </p:nvGrpSpPr>
        <p:grpSpPr>
          <a:xfrm>
            <a:off x="5166650" y="2800007"/>
            <a:ext cx="1424156" cy="1047312"/>
            <a:chOff x="1000347" y="4938282"/>
            <a:chExt cx="1424156" cy="1047312"/>
          </a:xfrm>
        </p:grpSpPr>
        <p:sp>
          <p:nvSpPr>
            <p:cNvPr id="1630" name="Google Shape;1630;p41">
              <a:extLst>
                <a:ext uri="{FF2B5EF4-FFF2-40B4-BE49-F238E27FC236}">
                  <a16:creationId xmlns:a16="http://schemas.microsoft.com/office/drawing/2014/main" id="{0B508B23-9D7A-070C-BB56-15285F5181DB}"/>
                </a:ext>
              </a:extLst>
            </p:cNvPr>
            <p:cNvSpPr txBox="1"/>
            <p:nvPr/>
          </p:nvSpPr>
          <p:spPr>
            <a:xfrm>
              <a:off x="1000347" y="5466894"/>
              <a:ext cx="13833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000" b="1">
                  <a:latin typeface="Roboto"/>
                  <a:ea typeface="Roboto"/>
                  <a:cs typeface="Roboto"/>
                </a:rPr>
                <a:t>High, unpredictable GPS-denied environments and sudden obstacles</a:t>
              </a:r>
            </a:p>
          </p:txBody>
        </p:sp>
        <p:sp>
          <p:nvSpPr>
            <p:cNvPr id="1632" name="Google Shape;1632;p41">
              <a:extLst>
                <a:ext uri="{FF2B5EF4-FFF2-40B4-BE49-F238E27FC236}">
                  <a16:creationId xmlns:a16="http://schemas.microsoft.com/office/drawing/2014/main" id="{48ABB008-D2A1-2339-7416-B7357B68637E}"/>
                </a:ext>
              </a:extLst>
            </p:cNvPr>
            <p:cNvSpPr txBox="1"/>
            <p:nvPr/>
          </p:nvSpPr>
          <p:spPr>
            <a:xfrm>
              <a:off x="1041203" y="4938282"/>
              <a:ext cx="13833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6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Search and rescue UAVs</a:t>
              </a:r>
              <a:endParaRPr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7B90611-EA9D-43A0-2E38-D5553DE1AC58}"/>
              </a:ext>
            </a:extLst>
          </p:cNvPr>
          <p:cNvSpPr/>
          <p:nvPr/>
        </p:nvSpPr>
        <p:spPr>
          <a:xfrm>
            <a:off x="261533" y="184041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56;p15">
            <a:extLst>
              <a:ext uri="{FF2B5EF4-FFF2-40B4-BE49-F238E27FC236}">
                <a16:creationId xmlns:a16="http://schemas.microsoft.com/office/drawing/2014/main" id="{4D4623C6-2E56-2E4E-8A4E-8EC1C7FE4D7D}"/>
              </a:ext>
            </a:extLst>
          </p:cNvPr>
          <p:cNvSpPr txBox="1"/>
          <p:nvPr/>
        </p:nvSpPr>
        <p:spPr>
          <a:xfrm>
            <a:off x="261000" y="291925"/>
            <a:ext cx="8510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FE7C17"/>
                </a:solidFill>
                <a:latin typeface="Fira Sans Extra Condensed"/>
                <a:sym typeface="Fira Sans Extra Condensed"/>
              </a:rPr>
              <a:t>Real-world applications for safe distributed control</a:t>
            </a:r>
            <a:endParaRPr lang="en-US" sz="3200">
              <a:solidFill>
                <a:srgbClr val="FE7C17"/>
              </a:solidFill>
            </a:endParaRPr>
          </a:p>
        </p:txBody>
      </p:sp>
      <p:sp>
        <p:nvSpPr>
          <p:cNvPr id="2" name="Google Shape;8731;p73">
            <a:extLst>
              <a:ext uri="{FF2B5EF4-FFF2-40B4-BE49-F238E27FC236}">
                <a16:creationId xmlns:a16="http://schemas.microsoft.com/office/drawing/2014/main" id="{851A5152-A441-5BD2-8B00-9DF48272AC80}"/>
              </a:ext>
            </a:extLst>
          </p:cNvPr>
          <p:cNvSpPr/>
          <p:nvPr/>
        </p:nvSpPr>
        <p:spPr>
          <a:xfrm>
            <a:off x="1429122" y="1519906"/>
            <a:ext cx="342738" cy="356122"/>
          </a:xfrm>
          <a:custGeom>
            <a:avLst/>
            <a:gdLst/>
            <a:ahLst/>
            <a:cxnLst/>
            <a:rect l="l" t="t" r="r" b="b"/>
            <a:pathLst>
              <a:path w="12161" h="12130" extrusionOk="0">
                <a:moveTo>
                  <a:pt x="3245" y="0"/>
                </a:moveTo>
                <a:cubicBezTo>
                  <a:pt x="3245" y="0"/>
                  <a:pt x="2174" y="820"/>
                  <a:pt x="2174" y="1765"/>
                </a:cubicBezTo>
                <a:cubicBezTo>
                  <a:pt x="2174" y="2363"/>
                  <a:pt x="2552" y="2930"/>
                  <a:pt x="2867" y="3245"/>
                </a:cubicBezTo>
                <a:lnTo>
                  <a:pt x="2867" y="4254"/>
                </a:lnTo>
                <a:cubicBezTo>
                  <a:pt x="2867" y="3466"/>
                  <a:pt x="2237" y="2836"/>
                  <a:pt x="1449" y="2836"/>
                </a:cubicBezTo>
                <a:lnTo>
                  <a:pt x="756" y="2836"/>
                </a:lnTo>
                <a:lnTo>
                  <a:pt x="756" y="3560"/>
                </a:lnTo>
                <a:cubicBezTo>
                  <a:pt x="756" y="4348"/>
                  <a:pt x="1386" y="4978"/>
                  <a:pt x="2174" y="4978"/>
                </a:cubicBezTo>
                <a:lnTo>
                  <a:pt x="2867" y="4978"/>
                </a:lnTo>
                <a:lnTo>
                  <a:pt x="2867" y="6742"/>
                </a:lnTo>
                <a:cubicBezTo>
                  <a:pt x="2867" y="5955"/>
                  <a:pt x="2237" y="5325"/>
                  <a:pt x="1449" y="5325"/>
                </a:cubicBezTo>
                <a:lnTo>
                  <a:pt x="756" y="5325"/>
                </a:lnTo>
                <a:lnTo>
                  <a:pt x="756" y="6018"/>
                </a:lnTo>
                <a:cubicBezTo>
                  <a:pt x="756" y="6805"/>
                  <a:pt x="1386" y="7467"/>
                  <a:pt x="2174" y="7467"/>
                </a:cubicBezTo>
                <a:lnTo>
                  <a:pt x="2867" y="7467"/>
                </a:lnTo>
                <a:lnTo>
                  <a:pt x="2867" y="9263"/>
                </a:lnTo>
                <a:cubicBezTo>
                  <a:pt x="2867" y="8475"/>
                  <a:pt x="2237" y="7845"/>
                  <a:pt x="1449" y="7845"/>
                </a:cubicBezTo>
                <a:lnTo>
                  <a:pt x="756" y="7845"/>
                </a:lnTo>
                <a:lnTo>
                  <a:pt x="756" y="8570"/>
                </a:lnTo>
                <a:cubicBezTo>
                  <a:pt x="756" y="9357"/>
                  <a:pt x="1386" y="9987"/>
                  <a:pt x="2174" y="9987"/>
                </a:cubicBezTo>
                <a:lnTo>
                  <a:pt x="2867" y="9987"/>
                </a:lnTo>
                <a:lnTo>
                  <a:pt x="2867" y="11437"/>
                </a:lnTo>
                <a:lnTo>
                  <a:pt x="347" y="11437"/>
                </a:lnTo>
                <a:cubicBezTo>
                  <a:pt x="158" y="11437"/>
                  <a:pt x="0" y="11594"/>
                  <a:pt x="0" y="11783"/>
                </a:cubicBezTo>
                <a:cubicBezTo>
                  <a:pt x="0" y="11972"/>
                  <a:pt x="158" y="12130"/>
                  <a:pt x="347" y="12130"/>
                </a:cubicBezTo>
                <a:lnTo>
                  <a:pt x="11814" y="12130"/>
                </a:lnTo>
                <a:cubicBezTo>
                  <a:pt x="12004" y="12130"/>
                  <a:pt x="12161" y="11972"/>
                  <a:pt x="12161" y="11783"/>
                </a:cubicBezTo>
                <a:cubicBezTo>
                  <a:pt x="12161" y="11594"/>
                  <a:pt x="12004" y="11437"/>
                  <a:pt x="11814" y="11437"/>
                </a:cubicBezTo>
                <a:lnTo>
                  <a:pt x="9294" y="11437"/>
                </a:lnTo>
                <a:lnTo>
                  <a:pt x="9294" y="9987"/>
                </a:lnTo>
                <a:lnTo>
                  <a:pt x="10019" y="9987"/>
                </a:lnTo>
                <a:cubicBezTo>
                  <a:pt x="10806" y="9987"/>
                  <a:pt x="11436" y="9357"/>
                  <a:pt x="11436" y="8570"/>
                </a:cubicBezTo>
                <a:lnTo>
                  <a:pt x="11436" y="7845"/>
                </a:lnTo>
                <a:lnTo>
                  <a:pt x="10712" y="7845"/>
                </a:lnTo>
                <a:cubicBezTo>
                  <a:pt x="9924" y="7845"/>
                  <a:pt x="9294" y="8475"/>
                  <a:pt x="9294" y="9263"/>
                </a:cubicBezTo>
                <a:lnTo>
                  <a:pt x="9294" y="7467"/>
                </a:lnTo>
                <a:lnTo>
                  <a:pt x="10019" y="7467"/>
                </a:lnTo>
                <a:cubicBezTo>
                  <a:pt x="10806" y="7467"/>
                  <a:pt x="11436" y="6805"/>
                  <a:pt x="11436" y="6018"/>
                </a:cubicBezTo>
                <a:lnTo>
                  <a:pt x="11436" y="5325"/>
                </a:lnTo>
                <a:lnTo>
                  <a:pt x="10712" y="5325"/>
                </a:lnTo>
                <a:cubicBezTo>
                  <a:pt x="9924" y="5325"/>
                  <a:pt x="9294" y="5955"/>
                  <a:pt x="9294" y="6742"/>
                </a:cubicBezTo>
                <a:lnTo>
                  <a:pt x="9294" y="4978"/>
                </a:lnTo>
                <a:lnTo>
                  <a:pt x="10019" y="4978"/>
                </a:lnTo>
                <a:cubicBezTo>
                  <a:pt x="10806" y="4978"/>
                  <a:pt x="11436" y="4348"/>
                  <a:pt x="11436" y="3560"/>
                </a:cubicBezTo>
                <a:lnTo>
                  <a:pt x="11436" y="2836"/>
                </a:lnTo>
                <a:lnTo>
                  <a:pt x="10712" y="2836"/>
                </a:lnTo>
                <a:cubicBezTo>
                  <a:pt x="9924" y="2836"/>
                  <a:pt x="9294" y="3466"/>
                  <a:pt x="9294" y="4254"/>
                </a:cubicBezTo>
                <a:lnTo>
                  <a:pt x="9294" y="3245"/>
                </a:lnTo>
                <a:cubicBezTo>
                  <a:pt x="9609" y="2930"/>
                  <a:pt x="10019" y="2363"/>
                  <a:pt x="10019" y="1765"/>
                </a:cubicBezTo>
                <a:cubicBezTo>
                  <a:pt x="10019" y="788"/>
                  <a:pt x="8948" y="0"/>
                  <a:pt x="8948" y="0"/>
                </a:cubicBezTo>
                <a:cubicBezTo>
                  <a:pt x="8948" y="0"/>
                  <a:pt x="7876" y="820"/>
                  <a:pt x="7876" y="1765"/>
                </a:cubicBezTo>
                <a:cubicBezTo>
                  <a:pt x="7876" y="2363"/>
                  <a:pt x="8286" y="2930"/>
                  <a:pt x="8601" y="3245"/>
                </a:cubicBezTo>
                <a:lnTo>
                  <a:pt x="8601" y="4254"/>
                </a:lnTo>
                <a:cubicBezTo>
                  <a:pt x="8601" y="3466"/>
                  <a:pt x="7971" y="2836"/>
                  <a:pt x="7183" y="2836"/>
                </a:cubicBezTo>
                <a:lnTo>
                  <a:pt x="6459" y="2836"/>
                </a:lnTo>
                <a:lnTo>
                  <a:pt x="6459" y="3560"/>
                </a:lnTo>
                <a:cubicBezTo>
                  <a:pt x="6459" y="4348"/>
                  <a:pt x="7089" y="4978"/>
                  <a:pt x="7876" y="4978"/>
                </a:cubicBezTo>
                <a:lnTo>
                  <a:pt x="8601" y="4978"/>
                </a:lnTo>
                <a:lnTo>
                  <a:pt x="8601" y="6742"/>
                </a:lnTo>
                <a:cubicBezTo>
                  <a:pt x="8601" y="5955"/>
                  <a:pt x="7971" y="5325"/>
                  <a:pt x="7183" y="5325"/>
                </a:cubicBezTo>
                <a:lnTo>
                  <a:pt x="6459" y="5325"/>
                </a:lnTo>
                <a:lnTo>
                  <a:pt x="6459" y="6018"/>
                </a:lnTo>
                <a:cubicBezTo>
                  <a:pt x="6459" y="6805"/>
                  <a:pt x="7089" y="7467"/>
                  <a:pt x="7876" y="7467"/>
                </a:cubicBezTo>
                <a:lnTo>
                  <a:pt x="8601" y="7467"/>
                </a:lnTo>
                <a:lnTo>
                  <a:pt x="8601" y="9263"/>
                </a:lnTo>
                <a:cubicBezTo>
                  <a:pt x="8601" y="8475"/>
                  <a:pt x="7971" y="7845"/>
                  <a:pt x="7183" y="7845"/>
                </a:cubicBezTo>
                <a:lnTo>
                  <a:pt x="6459" y="7845"/>
                </a:lnTo>
                <a:lnTo>
                  <a:pt x="6459" y="8570"/>
                </a:lnTo>
                <a:cubicBezTo>
                  <a:pt x="6459" y="9357"/>
                  <a:pt x="7089" y="9987"/>
                  <a:pt x="7876" y="9987"/>
                </a:cubicBezTo>
                <a:lnTo>
                  <a:pt x="8601" y="9987"/>
                </a:lnTo>
                <a:lnTo>
                  <a:pt x="8601" y="11437"/>
                </a:lnTo>
                <a:lnTo>
                  <a:pt x="3592" y="11437"/>
                </a:lnTo>
                <a:lnTo>
                  <a:pt x="3592" y="9987"/>
                </a:lnTo>
                <a:lnTo>
                  <a:pt x="4285" y="9987"/>
                </a:lnTo>
                <a:cubicBezTo>
                  <a:pt x="5072" y="9987"/>
                  <a:pt x="5703" y="9357"/>
                  <a:pt x="5703" y="8570"/>
                </a:cubicBezTo>
                <a:lnTo>
                  <a:pt x="5703" y="7845"/>
                </a:lnTo>
                <a:lnTo>
                  <a:pt x="5009" y="7845"/>
                </a:lnTo>
                <a:cubicBezTo>
                  <a:pt x="4222" y="7845"/>
                  <a:pt x="3592" y="8475"/>
                  <a:pt x="3592" y="9263"/>
                </a:cubicBezTo>
                <a:lnTo>
                  <a:pt x="3592" y="7467"/>
                </a:lnTo>
                <a:lnTo>
                  <a:pt x="4285" y="7467"/>
                </a:lnTo>
                <a:cubicBezTo>
                  <a:pt x="5072" y="7467"/>
                  <a:pt x="5703" y="6805"/>
                  <a:pt x="5703" y="6018"/>
                </a:cubicBezTo>
                <a:lnTo>
                  <a:pt x="5703" y="5325"/>
                </a:lnTo>
                <a:lnTo>
                  <a:pt x="5009" y="5325"/>
                </a:lnTo>
                <a:cubicBezTo>
                  <a:pt x="4222" y="5325"/>
                  <a:pt x="3592" y="5955"/>
                  <a:pt x="3592" y="6742"/>
                </a:cubicBezTo>
                <a:lnTo>
                  <a:pt x="3592" y="4978"/>
                </a:lnTo>
                <a:lnTo>
                  <a:pt x="4285" y="4978"/>
                </a:lnTo>
                <a:cubicBezTo>
                  <a:pt x="5072" y="4978"/>
                  <a:pt x="5703" y="4348"/>
                  <a:pt x="5703" y="3560"/>
                </a:cubicBezTo>
                <a:lnTo>
                  <a:pt x="5703" y="2836"/>
                </a:lnTo>
                <a:lnTo>
                  <a:pt x="5009" y="2836"/>
                </a:lnTo>
                <a:cubicBezTo>
                  <a:pt x="4222" y="2836"/>
                  <a:pt x="3592" y="3466"/>
                  <a:pt x="3592" y="4254"/>
                </a:cubicBezTo>
                <a:lnTo>
                  <a:pt x="3592" y="3245"/>
                </a:lnTo>
                <a:cubicBezTo>
                  <a:pt x="3907" y="2930"/>
                  <a:pt x="4285" y="2363"/>
                  <a:pt x="4285" y="1765"/>
                </a:cubicBezTo>
                <a:cubicBezTo>
                  <a:pt x="4285" y="788"/>
                  <a:pt x="3245" y="0"/>
                  <a:pt x="3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8806;p74">
            <a:extLst>
              <a:ext uri="{FF2B5EF4-FFF2-40B4-BE49-F238E27FC236}">
                <a16:creationId xmlns:a16="http://schemas.microsoft.com/office/drawing/2014/main" id="{E3A4F726-D9D2-D7D9-16DF-3B1A9DB57CC8}"/>
              </a:ext>
            </a:extLst>
          </p:cNvPr>
          <p:cNvGrpSpPr/>
          <p:nvPr/>
        </p:nvGrpSpPr>
        <p:grpSpPr>
          <a:xfrm>
            <a:off x="2855302" y="3997629"/>
            <a:ext cx="423082" cy="419661"/>
            <a:chOff x="4092004" y="2205192"/>
            <a:chExt cx="293825" cy="291450"/>
          </a:xfrm>
        </p:grpSpPr>
        <p:sp>
          <p:nvSpPr>
            <p:cNvPr id="6" name="Google Shape;8807;p74">
              <a:extLst>
                <a:ext uri="{FF2B5EF4-FFF2-40B4-BE49-F238E27FC236}">
                  <a16:creationId xmlns:a16="http://schemas.microsoft.com/office/drawing/2014/main" id="{CAF60581-29BE-4439-0680-3538784A6372}"/>
                </a:ext>
              </a:extLst>
            </p:cNvPr>
            <p:cNvSpPr/>
            <p:nvPr/>
          </p:nvSpPr>
          <p:spPr>
            <a:xfrm>
              <a:off x="4218029" y="2257167"/>
              <a:ext cx="34675" cy="33100"/>
            </a:xfrm>
            <a:custGeom>
              <a:avLst/>
              <a:gdLst/>
              <a:ahLst/>
              <a:cxnLst/>
              <a:rect l="l" t="t" r="r" b="b"/>
              <a:pathLst>
                <a:path w="1387" h="1324" extrusionOk="0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808;p74">
              <a:extLst>
                <a:ext uri="{FF2B5EF4-FFF2-40B4-BE49-F238E27FC236}">
                  <a16:creationId xmlns:a16="http://schemas.microsoft.com/office/drawing/2014/main" id="{B7BBA873-913C-7A5C-E2ED-0F41B2497C69}"/>
                </a:ext>
              </a:extLst>
            </p:cNvPr>
            <p:cNvSpPr/>
            <p:nvPr/>
          </p:nvSpPr>
          <p:spPr>
            <a:xfrm>
              <a:off x="4201504" y="2307567"/>
              <a:ext cx="68525" cy="34700"/>
            </a:xfrm>
            <a:custGeom>
              <a:avLst/>
              <a:gdLst/>
              <a:ahLst/>
              <a:cxnLst/>
              <a:rect l="l" t="t" r="r" b="b"/>
              <a:pathLst>
                <a:path w="2741" h="1388" extrusionOk="0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809;p74">
              <a:extLst>
                <a:ext uri="{FF2B5EF4-FFF2-40B4-BE49-F238E27FC236}">
                  <a16:creationId xmlns:a16="http://schemas.microsoft.com/office/drawing/2014/main" id="{04A76D58-492B-6585-4866-144B853A2F4A}"/>
                </a:ext>
              </a:extLst>
            </p:cNvPr>
            <p:cNvSpPr/>
            <p:nvPr/>
          </p:nvSpPr>
          <p:spPr>
            <a:xfrm>
              <a:off x="4092004" y="2205192"/>
              <a:ext cx="293825" cy="291450"/>
            </a:xfrm>
            <a:custGeom>
              <a:avLst/>
              <a:gdLst/>
              <a:ahLst/>
              <a:cxnLst/>
              <a:rect l="l" t="t" r="r" b="b"/>
              <a:pathLst>
                <a:path w="11753" h="11658" extrusionOk="0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7441;p71">
            <a:extLst>
              <a:ext uri="{FF2B5EF4-FFF2-40B4-BE49-F238E27FC236}">
                <a16:creationId xmlns:a16="http://schemas.microsoft.com/office/drawing/2014/main" id="{95EF4266-EA3E-7961-B03C-E88F5CE8B362}"/>
              </a:ext>
            </a:extLst>
          </p:cNvPr>
          <p:cNvGrpSpPr/>
          <p:nvPr/>
        </p:nvGrpSpPr>
        <p:grpSpPr>
          <a:xfrm>
            <a:off x="5718548" y="4036369"/>
            <a:ext cx="353645" cy="342179"/>
            <a:chOff x="-32568800" y="3232000"/>
            <a:chExt cx="291450" cy="282000"/>
          </a:xfrm>
          <a:solidFill>
            <a:schemeClr val="bg1"/>
          </a:solidFill>
        </p:grpSpPr>
        <p:sp>
          <p:nvSpPr>
            <p:cNvPr id="10" name="Google Shape;7442;p71">
              <a:extLst>
                <a:ext uri="{FF2B5EF4-FFF2-40B4-BE49-F238E27FC236}">
                  <a16:creationId xmlns:a16="http://schemas.microsoft.com/office/drawing/2014/main" id="{2A3A635E-132E-12B2-61D1-568F67081A07}"/>
                </a:ext>
              </a:extLst>
            </p:cNvPr>
            <p:cNvSpPr/>
            <p:nvPr/>
          </p:nvSpPr>
          <p:spPr>
            <a:xfrm>
              <a:off x="-32545150" y="3232000"/>
              <a:ext cx="244175" cy="246550"/>
            </a:xfrm>
            <a:custGeom>
              <a:avLst/>
              <a:gdLst/>
              <a:ahLst/>
              <a:cxnLst/>
              <a:rect l="l" t="t" r="r" b="b"/>
              <a:pathLst>
                <a:path w="9767" h="9862" extrusionOk="0">
                  <a:moveTo>
                    <a:pt x="4883" y="1"/>
                  </a:moveTo>
                  <a:cubicBezTo>
                    <a:pt x="4505" y="1"/>
                    <a:pt x="4222" y="316"/>
                    <a:pt x="4222" y="662"/>
                  </a:cubicBezTo>
                  <a:lnTo>
                    <a:pt x="4222" y="4128"/>
                  </a:lnTo>
                  <a:cubicBezTo>
                    <a:pt x="4159" y="4033"/>
                    <a:pt x="2899" y="1859"/>
                    <a:pt x="2772" y="1702"/>
                  </a:cubicBezTo>
                  <a:cubicBezTo>
                    <a:pt x="2639" y="1479"/>
                    <a:pt x="2394" y="1350"/>
                    <a:pt x="2151" y="1350"/>
                  </a:cubicBezTo>
                  <a:cubicBezTo>
                    <a:pt x="2051" y="1350"/>
                    <a:pt x="1951" y="1372"/>
                    <a:pt x="1859" y="1418"/>
                  </a:cubicBezTo>
                  <a:cubicBezTo>
                    <a:pt x="1512" y="1576"/>
                    <a:pt x="1386" y="2017"/>
                    <a:pt x="1544" y="2332"/>
                  </a:cubicBezTo>
                  <a:cubicBezTo>
                    <a:pt x="1544" y="2363"/>
                    <a:pt x="2804" y="4947"/>
                    <a:pt x="2836" y="4947"/>
                  </a:cubicBezTo>
                  <a:cubicBezTo>
                    <a:pt x="3434" y="4947"/>
                    <a:pt x="5261" y="4947"/>
                    <a:pt x="5261" y="6617"/>
                  </a:cubicBezTo>
                  <a:cubicBezTo>
                    <a:pt x="5261" y="6806"/>
                    <a:pt x="5104" y="6963"/>
                    <a:pt x="4883" y="6963"/>
                  </a:cubicBezTo>
                  <a:cubicBezTo>
                    <a:pt x="4694" y="6963"/>
                    <a:pt x="4537" y="6806"/>
                    <a:pt x="4537" y="6617"/>
                  </a:cubicBezTo>
                  <a:cubicBezTo>
                    <a:pt x="4537" y="6018"/>
                    <a:pt x="4253" y="5640"/>
                    <a:pt x="3056" y="5608"/>
                  </a:cubicBezTo>
                  <a:cubicBezTo>
                    <a:pt x="3056" y="5608"/>
                    <a:pt x="1260" y="4254"/>
                    <a:pt x="1197" y="4191"/>
                  </a:cubicBezTo>
                  <a:cubicBezTo>
                    <a:pt x="1060" y="4084"/>
                    <a:pt x="901" y="4029"/>
                    <a:pt x="745" y="4029"/>
                  </a:cubicBezTo>
                  <a:cubicBezTo>
                    <a:pt x="578" y="4029"/>
                    <a:pt x="414" y="4092"/>
                    <a:pt x="284" y="4222"/>
                  </a:cubicBezTo>
                  <a:cubicBezTo>
                    <a:pt x="0" y="4506"/>
                    <a:pt x="0" y="4915"/>
                    <a:pt x="284" y="5199"/>
                  </a:cubicBezTo>
                  <a:lnTo>
                    <a:pt x="1859" y="6774"/>
                  </a:lnTo>
                  <a:cubicBezTo>
                    <a:pt x="2048" y="6963"/>
                    <a:pt x="2142" y="7215"/>
                    <a:pt x="2142" y="7436"/>
                  </a:cubicBezTo>
                  <a:cubicBezTo>
                    <a:pt x="2142" y="8034"/>
                    <a:pt x="2520" y="8538"/>
                    <a:pt x="3088" y="8759"/>
                  </a:cubicBezTo>
                  <a:cubicBezTo>
                    <a:pt x="3245" y="8790"/>
                    <a:pt x="3371" y="8948"/>
                    <a:pt x="3434" y="9074"/>
                  </a:cubicBezTo>
                  <a:cubicBezTo>
                    <a:pt x="2426" y="8979"/>
                    <a:pt x="1260" y="8790"/>
                    <a:pt x="1103" y="8475"/>
                  </a:cubicBezTo>
                  <a:cubicBezTo>
                    <a:pt x="1103" y="8475"/>
                    <a:pt x="1197" y="8349"/>
                    <a:pt x="1638" y="8192"/>
                  </a:cubicBezTo>
                  <a:cubicBezTo>
                    <a:pt x="1544" y="8003"/>
                    <a:pt x="1481" y="7751"/>
                    <a:pt x="1481" y="7530"/>
                  </a:cubicBezTo>
                  <a:cubicBezTo>
                    <a:pt x="756" y="7782"/>
                    <a:pt x="441" y="8066"/>
                    <a:pt x="441" y="8475"/>
                  </a:cubicBezTo>
                  <a:cubicBezTo>
                    <a:pt x="441" y="9641"/>
                    <a:pt x="3718" y="9862"/>
                    <a:pt x="4883" y="9862"/>
                  </a:cubicBezTo>
                  <a:cubicBezTo>
                    <a:pt x="6081" y="9862"/>
                    <a:pt x="9357" y="9641"/>
                    <a:pt x="9357" y="8475"/>
                  </a:cubicBezTo>
                  <a:cubicBezTo>
                    <a:pt x="9357" y="8066"/>
                    <a:pt x="8979" y="7751"/>
                    <a:pt x="8317" y="7530"/>
                  </a:cubicBezTo>
                  <a:cubicBezTo>
                    <a:pt x="8317" y="7782"/>
                    <a:pt x="8286" y="8003"/>
                    <a:pt x="8160" y="8192"/>
                  </a:cubicBezTo>
                  <a:cubicBezTo>
                    <a:pt x="8286" y="8255"/>
                    <a:pt x="8349" y="8286"/>
                    <a:pt x="8443" y="8318"/>
                  </a:cubicBezTo>
                  <a:lnTo>
                    <a:pt x="8664" y="8444"/>
                  </a:lnTo>
                  <a:cubicBezTo>
                    <a:pt x="8475" y="8790"/>
                    <a:pt x="7372" y="8948"/>
                    <a:pt x="6364" y="9074"/>
                  </a:cubicBezTo>
                  <a:cubicBezTo>
                    <a:pt x="6427" y="8979"/>
                    <a:pt x="6553" y="8885"/>
                    <a:pt x="6711" y="8822"/>
                  </a:cubicBezTo>
                  <a:cubicBezTo>
                    <a:pt x="7246" y="8633"/>
                    <a:pt x="7656" y="8129"/>
                    <a:pt x="7656" y="7530"/>
                  </a:cubicBezTo>
                  <a:lnTo>
                    <a:pt x="7656" y="6428"/>
                  </a:lnTo>
                  <a:lnTo>
                    <a:pt x="9515" y="4569"/>
                  </a:lnTo>
                  <a:cubicBezTo>
                    <a:pt x="9767" y="4317"/>
                    <a:pt x="9767" y="3876"/>
                    <a:pt x="9515" y="3592"/>
                  </a:cubicBezTo>
                  <a:cubicBezTo>
                    <a:pt x="9373" y="3450"/>
                    <a:pt x="9192" y="3379"/>
                    <a:pt x="9010" y="3379"/>
                  </a:cubicBezTo>
                  <a:cubicBezTo>
                    <a:pt x="8829" y="3379"/>
                    <a:pt x="8648" y="3450"/>
                    <a:pt x="8506" y="3592"/>
                  </a:cubicBezTo>
                  <a:cubicBezTo>
                    <a:pt x="8191" y="3876"/>
                    <a:pt x="7498" y="4411"/>
                    <a:pt x="7026" y="4789"/>
                  </a:cubicBezTo>
                  <a:cubicBezTo>
                    <a:pt x="7089" y="4663"/>
                    <a:pt x="8191" y="2426"/>
                    <a:pt x="8254" y="2332"/>
                  </a:cubicBezTo>
                  <a:cubicBezTo>
                    <a:pt x="8412" y="1985"/>
                    <a:pt x="8286" y="1576"/>
                    <a:pt x="7939" y="1418"/>
                  </a:cubicBezTo>
                  <a:cubicBezTo>
                    <a:pt x="7847" y="1372"/>
                    <a:pt x="7747" y="1350"/>
                    <a:pt x="7647" y="1350"/>
                  </a:cubicBezTo>
                  <a:cubicBezTo>
                    <a:pt x="7404" y="1350"/>
                    <a:pt x="7159" y="1479"/>
                    <a:pt x="7026" y="1702"/>
                  </a:cubicBezTo>
                  <a:cubicBezTo>
                    <a:pt x="6900" y="1859"/>
                    <a:pt x="5639" y="4033"/>
                    <a:pt x="5576" y="4128"/>
                  </a:cubicBezTo>
                  <a:lnTo>
                    <a:pt x="5576" y="662"/>
                  </a:lnTo>
                  <a:cubicBezTo>
                    <a:pt x="5576" y="284"/>
                    <a:pt x="5261" y="1"/>
                    <a:pt x="48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443;p71">
              <a:extLst>
                <a:ext uri="{FF2B5EF4-FFF2-40B4-BE49-F238E27FC236}">
                  <a16:creationId xmlns:a16="http://schemas.microsoft.com/office/drawing/2014/main" id="{8F298F25-24F7-2CE3-2BCA-912BFB63594D}"/>
                </a:ext>
              </a:extLst>
            </p:cNvPr>
            <p:cNvSpPr/>
            <p:nvPr/>
          </p:nvSpPr>
          <p:spPr>
            <a:xfrm>
              <a:off x="-32568800" y="3392675"/>
              <a:ext cx="291450" cy="121325"/>
            </a:xfrm>
            <a:custGeom>
              <a:avLst/>
              <a:gdLst/>
              <a:ahLst/>
              <a:cxnLst/>
              <a:rect l="l" t="t" r="r" b="b"/>
              <a:pathLst>
                <a:path w="11658" h="4853" extrusionOk="0">
                  <a:moveTo>
                    <a:pt x="9578" y="1"/>
                  </a:moveTo>
                  <a:lnTo>
                    <a:pt x="9263" y="316"/>
                  </a:lnTo>
                  <a:lnTo>
                    <a:pt x="9263" y="631"/>
                  </a:lnTo>
                  <a:cubicBezTo>
                    <a:pt x="10335" y="1040"/>
                    <a:pt x="10965" y="1576"/>
                    <a:pt x="10965" y="2143"/>
                  </a:cubicBezTo>
                  <a:cubicBezTo>
                    <a:pt x="10965" y="3119"/>
                    <a:pt x="8885" y="4191"/>
                    <a:pt x="5829" y="4191"/>
                  </a:cubicBezTo>
                  <a:cubicBezTo>
                    <a:pt x="2805" y="4191"/>
                    <a:pt x="726" y="3119"/>
                    <a:pt x="726" y="2143"/>
                  </a:cubicBezTo>
                  <a:cubicBezTo>
                    <a:pt x="726" y="1607"/>
                    <a:pt x="1261" y="1103"/>
                    <a:pt x="2175" y="725"/>
                  </a:cubicBezTo>
                  <a:lnTo>
                    <a:pt x="1671" y="190"/>
                  </a:lnTo>
                  <a:cubicBezTo>
                    <a:pt x="631" y="725"/>
                    <a:pt x="1" y="1387"/>
                    <a:pt x="1" y="2111"/>
                  </a:cubicBezTo>
                  <a:cubicBezTo>
                    <a:pt x="1" y="3655"/>
                    <a:pt x="2584" y="4852"/>
                    <a:pt x="5829" y="4852"/>
                  </a:cubicBezTo>
                  <a:cubicBezTo>
                    <a:pt x="9106" y="4852"/>
                    <a:pt x="11658" y="3624"/>
                    <a:pt x="11658" y="2111"/>
                  </a:cubicBezTo>
                  <a:cubicBezTo>
                    <a:pt x="11658" y="1261"/>
                    <a:pt x="10870" y="505"/>
                    <a:pt x="95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8084;p72">
            <a:extLst>
              <a:ext uri="{FF2B5EF4-FFF2-40B4-BE49-F238E27FC236}">
                <a16:creationId xmlns:a16="http://schemas.microsoft.com/office/drawing/2014/main" id="{AD53829F-FC5C-3CE6-1989-2E83B223E852}"/>
              </a:ext>
            </a:extLst>
          </p:cNvPr>
          <p:cNvGrpSpPr/>
          <p:nvPr/>
        </p:nvGrpSpPr>
        <p:grpSpPr>
          <a:xfrm>
            <a:off x="4302051" y="1540086"/>
            <a:ext cx="356205" cy="356205"/>
            <a:chOff x="-44512325" y="3176075"/>
            <a:chExt cx="300900" cy="300900"/>
          </a:xfrm>
          <a:solidFill>
            <a:schemeClr val="bg1"/>
          </a:solidFill>
        </p:grpSpPr>
        <p:sp>
          <p:nvSpPr>
            <p:cNvPr id="13" name="Google Shape;8085;p72">
              <a:extLst>
                <a:ext uri="{FF2B5EF4-FFF2-40B4-BE49-F238E27FC236}">
                  <a16:creationId xmlns:a16="http://schemas.microsoft.com/office/drawing/2014/main" id="{4D60DCB1-3053-6000-F234-8EA34B5DE931}"/>
                </a:ext>
              </a:extLst>
            </p:cNvPr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086;p72">
              <a:extLst>
                <a:ext uri="{FF2B5EF4-FFF2-40B4-BE49-F238E27FC236}">
                  <a16:creationId xmlns:a16="http://schemas.microsoft.com/office/drawing/2014/main" id="{6442AFDF-5D60-2FD6-DFB0-E9067C6736F9}"/>
                </a:ext>
              </a:extLst>
            </p:cNvPr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087;p72">
              <a:extLst>
                <a:ext uri="{FF2B5EF4-FFF2-40B4-BE49-F238E27FC236}">
                  <a16:creationId xmlns:a16="http://schemas.microsoft.com/office/drawing/2014/main" id="{6CE72C0F-398A-DA41-21EB-AB8271B67B65}"/>
                </a:ext>
              </a:extLst>
            </p:cNvPr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6370;p69">
            <a:extLst>
              <a:ext uri="{FF2B5EF4-FFF2-40B4-BE49-F238E27FC236}">
                <a16:creationId xmlns:a16="http://schemas.microsoft.com/office/drawing/2014/main" id="{FC92A467-6FB2-F071-0D14-B51DBBB2D59A}"/>
              </a:ext>
            </a:extLst>
          </p:cNvPr>
          <p:cNvSpPr/>
          <p:nvPr/>
        </p:nvSpPr>
        <p:spPr>
          <a:xfrm>
            <a:off x="7158938" y="1516260"/>
            <a:ext cx="371785" cy="369974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04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6;p15">
            <a:extLst>
              <a:ext uri="{FF2B5EF4-FFF2-40B4-BE49-F238E27FC236}">
                <a16:creationId xmlns:a16="http://schemas.microsoft.com/office/drawing/2014/main" id="{75EE164F-6142-F5B3-FA67-7502206E358F}"/>
              </a:ext>
            </a:extLst>
          </p:cNvPr>
          <p:cNvSpPr txBox="1"/>
          <p:nvPr/>
        </p:nvSpPr>
        <p:spPr>
          <a:xfrm>
            <a:off x="191727" y="186119"/>
            <a:ext cx="714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961D3B"/>
                </a:solidFill>
                <a:latin typeface="Fira Sans Extra Condensed"/>
              </a:rPr>
              <a:t>Paper Summar</a:t>
            </a:r>
            <a:r>
              <a:rPr lang="en" sz="3200" b="1">
                <a:solidFill>
                  <a:schemeClr val="accent4">
                    <a:lumMod val="76000"/>
                  </a:schemeClr>
                </a:solidFill>
                <a:latin typeface="Fira Sans Extra Condensed"/>
              </a:rPr>
              <a:t>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E04DAE-4525-8465-B200-1ABEA94F7862}"/>
              </a:ext>
            </a:extLst>
          </p:cNvPr>
          <p:cNvSpPr/>
          <p:nvPr/>
        </p:nvSpPr>
        <p:spPr>
          <a:xfrm>
            <a:off x="296263" y="942500"/>
            <a:ext cx="4673774" cy="83767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2ADBD-BDAF-A3C9-5E8B-7A3C282773C2}"/>
              </a:ext>
            </a:extLst>
          </p:cNvPr>
          <p:cNvSpPr txBox="1"/>
          <p:nvPr/>
        </p:nvSpPr>
        <p:spPr>
          <a:xfrm>
            <a:off x="374551" y="1073596"/>
            <a:ext cx="459548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800" b="1">
                <a:solidFill>
                  <a:schemeClr val="accent4">
                    <a:lumMod val="76000"/>
                  </a:schemeClr>
                </a:solidFill>
                <a:latin typeface="Fira Sans Medium" panose="020B0603050000020004" pitchFamily="34" charset="0"/>
                <a:ea typeface="Roboto"/>
                <a:cs typeface="Roboto"/>
              </a:rPr>
              <a:t>Goal:</a:t>
            </a:r>
            <a:r>
              <a:rPr lang="en-US" sz="1200">
                <a:latin typeface="Roboto"/>
                <a:ea typeface="Roboto"/>
                <a:cs typeface="Roboto"/>
              </a:rPr>
              <a:t> </a:t>
            </a:r>
            <a:r>
              <a:rPr lang="en-US">
                <a:latin typeface="Roboto"/>
                <a:ea typeface="Roboto"/>
                <a:cs typeface="Roboto"/>
              </a:rPr>
              <a:t>Optimize control parameters in distributed MAS while ensuring </a:t>
            </a:r>
            <a:r>
              <a:rPr lang="en-US" b="1">
                <a:solidFill>
                  <a:schemeClr val="accent4">
                    <a:lumMod val="76000"/>
                  </a:schemeClr>
                </a:solidFill>
                <a:latin typeface="Roboto"/>
                <a:ea typeface="Roboto"/>
                <a:cs typeface="Roboto"/>
              </a:rPr>
              <a:t>safety</a:t>
            </a:r>
            <a:r>
              <a:rPr lang="en-US" b="1">
                <a:latin typeface="Roboto"/>
                <a:ea typeface="Roboto"/>
                <a:cs typeface="Roboto"/>
              </a:rPr>
              <a:t> </a:t>
            </a:r>
            <a:r>
              <a:rPr lang="en-US">
                <a:latin typeface="Roboto"/>
                <a:ea typeface="Roboto"/>
                <a:cs typeface="Roboto"/>
              </a:rPr>
              <a:t>and </a:t>
            </a:r>
            <a:r>
              <a:rPr lang="en-US" b="1">
                <a:solidFill>
                  <a:schemeClr val="accent4">
                    <a:lumMod val="76000"/>
                  </a:schemeClr>
                </a:solidFill>
                <a:latin typeface="Roboto"/>
                <a:ea typeface="Roboto"/>
                <a:cs typeface="Roboto"/>
              </a:rPr>
              <a:t>sample efficiency</a:t>
            </a:r>
            <a:endParaRPr lang="en-US" b="1">
              <a:solidFill>
                <a:schemeClr val="accent4">
                  <a:lumMod val="76000"/>
                </a:schemeClr>
              </a:solidFill>
              <a:ea typeface="Roboto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9E476F-5C25-C6F1-48E1-BFE2CB26BBDE}"/>
              </a:ext>
            </a:extLst>
          </p:cNvPr>
          <p:cNvSpPr/>
          <p:nvPr/>
        </p:nvSpPr>
        <p:spPr>
          <a:xfrm>
            <a:off x="497066" y="2387782"/>
            <a:ext cx="8099680" cy="10228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40333-218E-0E70-8706-0DE5CE92DA0B}"/>
              </a:ext>
            </a:extLst>
          </p:cNvPr>
          <p:cNvSpPr txBox="1"/>
          <p:nvPr/>
        </p:nvSpPr>
        <p:spPr>
          <a:xfrm>
            <a:off x="310029" y="1922304"/>
            <a:ext cx="4869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4">
                    <a:lumMod val="76000"/>
                  </a:schemeClr>
                </a:solidFill>
                <a:latin typeface="Fira Sans Medium"/>
                <a:ea typeface="Roboto"/>
                <a:cs typeface="Roboto"/>
              </a:rPr>
              <a:t>Safe policy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56250280-FB05-037B-55A6-4EC27B4AE1FC}"/>
                  </a:ext>
                </a:extLst>
              </p:cNvPr>
              <p:cNvSpPr txBox="1"/>
              <p:nvPr/>
            </p:nvSpPr>
            <p:spPr>
              <a:xfrm>
                <a:off x="598966" y="2445121"/>
                <a:ext cx="883471" cy="426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b="1" i="1" smtClean="0">
                              <a:latin typeface="Cambria Math" panose="02040503050406030204" pitchFamily="18" charset="0"/>
                              <a:ea typeface="Roboto"/>
                              <a:cs typeface="Roboto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</m:ctrlPr>
                            </m:funcPr>
                            <m:fName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𝒎𝒂𝒙</m:t>
                              </m:r>
                            </m:fName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𝒇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(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𝒂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)</m:t>
                              </m:r>
                            </m:e>
                          </m:func>
                        </m:e>
                        <m:lim>
                          <m:r>
                            <a:rPr lang="ar-AE" b="1" i="1">
                              <a:latin typeface="Cambria Math" panose="02040503050406030204" pitchFamily="18" charset="0"/>
                              <a:ea typeface="Roboto"/>
                              <a:cs typeface="Roboto"/>
                            </a:rPr>
                            <m:t>𝒂</m:t>
                          </m:r>
                          <m:r>
                            <a:rPr lang="ar-AE" b="1" i="1">
                              <a:latin typeface="Cambria Math" panose="02040503050406030204" pitchFamily="18" charset="0"/>
                              <a:ea typeface="Roboto"/>
                              <a:cs typeface="Roboto"/>
                            </a:rPr>
                            <m:t>∈</m:t>
                          </m:r>
                          <m:sSup>
                            <m:sSupPr>
                              <m:ctrlPr>
                                <a:rPr lang="ar-A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</m:ctrlPr>
                            </m:sSupPr>
                            <m:e>
                              <m:r>
                                <a:rPr lang="ar-A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𝓐</m:t>
                              </m:r>
                            </m:e>
                            <m:sup>
                              <m:r>
                                <a:rPr lang="ar-A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𝑵</m:t>
                              </m:r>
                            </m:sup>
                          </m:sSup>
                        </m:lim>
                      </m:limLow>
                    </m:oMath>
                  </m:oMathPara>
                </a14:m>
                <a:endParaRPr lang="fr-FR" b="1" i="1">
                  <a:latin typeface="Cambria Math" panose="02040503050406030204" pitchFamily="18" charset="0"/>
                  <a:ea typeface="Cambria Math" panose="02040503050406030204" pitchFamily="18" charset="0"/>
                  <a:cs typeface="Roboto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56250280-FB05-037B-55A6-4EC27B4AE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66" y="2445121"/>
                <a:ext cx="883471" cy="426399"/>
              </a:xfrm>
              <a:prstGeom prst="rect">
                <a:avLst/>
              </a:prstGeom>
              <a:blipFill>
                <a:blip r:embed="rId2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661;p42">
            <a:extLst>
              <a:ext uri="{FF2B5EF4-FFF2-40B4-BE49-F238E27FC236}">
                <a16:creationId xmlns:a16="http://schemas.microsoft.com/office/drawing/2014/main" id="{2302AFA7-94D6-40E4-C510-FAF86AB055C1}"/>
              </a:ext>
            </a:extLst>
          </p:cNvPr>
          <p:cNvSpPr/>
          <p:nvPr/>
        </p:nvSpPr>
        <p:spPr>
          <a:xfrm>
            <a:off x="5698951" y="3693572"/>
            <a:ext cx="2147756" cy="933300"/>
          </a:xfrm>
          <a:prstGeom prst="rightArrow">
            <a:avLst>
              <a:gd name="adj1" fmla="val 61398"/>
              <a:gd name="adj2" fmla="val 6930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662;p42">
            <a:extLst>
              <a:ext uri="{FF2B5EF4-FFF2-40B4-BE49-F238E27FC236}">
                <a16:creationId xmlns:a16="http://schemas.microsoft.com/office/drawing/2014/main" id="{666EB012-256C-EB23-621E-52AA88440092}"/>
              </a:ext>
            </a:extLst>
          </p:cNvPr>
          <p:cNvSpPr/>
          <p:nvPr/>
        </p:nvSpPr>
        <p:spPr>
          <a:xfrm>
            <a:off x="4032670" y="3679447"/>
            <a:ext cx="2147757" cy="933300"/>
          </a:xfrm>
          <a:prstGeom prst="rightArrow">
            <a:avLst>
              <a:gd name="adj1" fmla="val 61398"/>
              <a:gd name="adj2" fmla="val 6930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663;p42">
            <a:extLst>
              <a:ext uri="{FF2B5EF4-FFF2-40B4-BE49-F238E27FC236}">
                <a16:creationId xmlns:a16="http://schemas.microsoft.com/office/drawing/2014/main" id="{2424034A-C734-52C3-5F44-72C51554610E}"/>
              </a:ext>
            </a:extLst>
          </p:cNvPr>
          <p:cNvSpPr/>
          <p:nvPr/>
        </p:nvSpPr>
        <p:spPr>
          <a:xfrm>
            <a:off x="2521440" y="3635511"/>
            <a:ext cx="2010900" cy="933300"/>
          </a:xfrm>
          <a:prstGeom prst="rightArrow">
            <a:avLst>
              <a:gd name="adj1" fmla="val 61398"/>
              <a:gd name="adj2" fmla="val 6930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DE">
              <a:latin typeface="Fira Sans Medium" panose="020B0603050000020004" pitchFamily="34" charset="0"/>
            </a:endParaRPr>
          </a:p>
        </p:txBody>
      </p:sp>
      <p:sp>
        <p:nvSpPr>
          <p:cNvPr id="15" name="Google Shape;1668;p42">
            <a:extLst>
              <a:ext uri="{FF2B5EF4-FFF2-40B4-BE49-F238E27FC236}">
                <a16:creationId xmlns:a16="http://schemas.microsoft.com/office/drawing/2014/main" id="{8AD6A6DE-9B4F-09AF-0683-B5A92FFF0C76}"/>
              </a:ext>
            </a:extLst>
          </p:cNvPr>
          <p:cNvSpPr txBox="1"/>
          <p:nvPr/>
        </p:nvSpPr>
        <p:spPr>
          <a:xfrm>
            <a:off x="2624997" y="3881672"/>
            <a:ext cx="1671494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sz="1300" b="1">
                <a:solidFill>
                  <a:srgbClr val="FFFFFF"/>
                </a:solidFill>
                <a:latin typeface="Fira Sans Extra Condensed" panose="020B0503050000020004" pitchFamily="34" charset="0"/>
              </a:rPr>
              <a:t>NEAREST-NEIGHBOR COMMUNICATION</a:t>
            </a:r>
            <a:endParaRPr lang="fr-FR" sz="1300" b="1">
              <a:solidFill>
                <a:srgbClr val="FFFFFF"/>
              </a:solidFill>
              <a:latin typeface="Fira Sans Extra Condensed" panose="020B0503050000020004" pitchFamily="34" charset="0"/>
              <a:sym typeface="Fira Sans Extra Condensed"/>
            </a:endParaRPr>
          </a:p>
        </p:txBody>
      </p:sp>
      <p:sp>
        <p:nvSpPr>
          <p:cNvPr id="16" name="Google Shape;1669;p42">
            <a:extLst>
              <a:ext uri="{FF2B5EF4-FFF2-40B4-BE49-F238E27FC236}">
                <a16:creationId xmlns:a16="http://schemas.microsoft.com/office/drawing/2014/main" id="{A4C1ACC0-6B65-D018-E255-E3AA1D269B93}"/>
              </a:ext>
            </a:extLst>
          </p:cNvPr>
          <p:cNvSpPr txBox="1"/>
          <p:nvPr/>
        </p:nvSpPr>
        <p:spPr>
          <a:xfrm>
            <a:off x="4462746" y="3934147"/>
            <a:ext cx="13845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fr-FR" sz="1300" b="1">
                <a:solidFill>
                  <a:srgbClr val="FFFFFF"/>
                </a:solidFill>
                <a:latin typeface="Fira Sans Extra Condensed"/>
              </a:rPr>
              <a:t>NON-OBSERVABLE</a:t>
            </a:r>
            <a:r>
              <a:rPr lang="fr-FR" sz="1200"/>
              <a:t> </a:t>
            </a:r>
            <a:r>
              <a:rPr lang="fr-FR" sz="1300" b="1">
                <a:solidFill>
                  <a:srgbClr val="FFFFFF"/>
                </a:solidFill>
                <a:latin typeface="Fira Sans Extra Condensed"/>
              </a:rPr>
              <a:t>SUBSPACES</a:t>
            </a:r>
            <a:endParaRPr lang="fr-FR" sz="1300" b="1">
              <a:solidFill>
                <a:srgbClr val="FFFFFF"/>
              </a:solidFill>
              <a:latin typeface="Fira Sans Extra Condensed"/>
              <a:sym typeface="Fira Sans Extra Condensed"/>
            </a:endParaRPr>
          </a:p>
        </p:txBody>
      </p:sp>
      <p:sp>
        <p:nvSpPr>
          <p:cNvPr id="17" name="Google Shape;1670;p42">
            <a:extLst>
              <a:ext uri="{FF2B5EF4-FFF2-40B4-BE49-F238E27FC236}">
                <a16:creationId xmlns:a16="http://schemas.microsoft.com/office/drawing/2014/main" id="{0E143ADF-BDB3-AB5F-3AD4-9C9E86B933EE}"/>
              </a:ext>
            </a:extLst>
          </p:cNvPr>
          <p:cNvSpPr txBox="1"/>
          <p:nvPr/>
        </p:nvSpPr>
        <p:spPr>
          <a:xfrm>
            <a:off x="6123915" y="3934147"/>
            <a:ext cx="14229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1300" b="1">
                <a:solidFill>
                  <a:srgbClr val="FFFFFF"/>
                </a:solidFill>
                <a:latin typeface="Fira Sans Extra Condensed"/>
              </a:rPr>
              <a:t>DISCONTINUOUS LOCAL REWARD</a:t>
            </a:r>
            <a:endParaRPr lang="fr-FR" sz="1300" b="1">
              <a:solidFill>
                <a:srgbClr val="FFFFFF"/>
              </a:solidFill>
              <a:latin typeface="Fira Sans Extra Condensed"/>
              <a:sym typeface="Fira Sans Extra Condensed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C4C7936-194F-B958-11A7-5D2CDC830427}"/>
              </a:ext>
            </a:extLst>
          </p:cNvPr>
          <p:cNvSpPr txBox="1"/>
          <p:nvPr/>
        </p:nvSpPr>
        <p:spPr>
          <a:xfrm>
            <a:off x="1010936" y="3924275"/>
            <a:ext cx="1337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accent1">
                    <a:lumMod val="75000"/>
                  </a:schemeClr>
                </a:solidFill>
                <a:latin typeface="Fira Sans Medium" panose="020B0603050000020004" pitchFamily="34" charset="0"/>
                <a:ea typeface="Roboto"/>
                <a:cs typeface="Roboto"/>
              </a:rPr>
              <a:t>Key challenge</a:t>
            </a:r>
            <a:endParaRPr lang="fr-FR">
              <a:solidFill>
                <a:schemeClr val="accent1">
                  <a:lumMod val="75000"/>
                </a:schemeClr>
              </a:solidFill>
              <a:latin typeface="Fira Sans Medium" panose="020B06030500000200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3A05111C-15A0-BAB8-86B1-5F235A8D467B}"/>
                  </a:ext>
                </a:extLst>
              </p:cNvPr>
              <p:cNvSpPr txBox="1"/>
              <p:nvPr/>
            </p:nvSpPr>
            <p:spPr>
              <a:xfrm>
                <a:off x="582996" y="3130703"/>
                <a:ext cx="4572000" cy="259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FR" sz="1000" kern="1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Control </a:t>
                </a:r>
                <a:r>
                  <a:rPr lang="fr-FR" sz="1000" kern="100" err="1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parameters</a:t>
                </a:r>
                <a:r>
                  <a:rPr lang="fr-FR" sz="1000" kern="1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of </a:t>
                </a:r>
                <a:r>
                  <a:rPr lang="fr-FR" sz="1000" kern="100" err="1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each</a:t>
                </a:r>
                <a:r>
                  <a:rPr lang="fr-FR" sz="1000" kern="1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agent j : a</a:t>
                </a:r>
                <a:r>
                  <a:rPr lang="fr-FR" sz="1000" kern="100" baseline="-250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000" kern="100" baseline="300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(j)</a:t>
                </a:r>
                <a:r>
                  <a:rPr lang="fr-FR" sz="1000" kern="1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∈ </a:t>
                </a:r>
                <a14:m>
                  <m:oMath xmlns:m="http://schemas.openxmlformats.org/officeDocument/2006/math">
                    <m:r>
                      <a:rPr lang="fr-FR" sz="1000">
                        <a:latin typeface="Cambria Math" panose="02040503050406030204" pitchFamily="18" charset="0"/>
                      </a:rPr>
                      <m:t>𝒜</m:t>
                    </m:r>
                    <m:r>
                      <a:rPr lang="fr-FR" sz="1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fr-FR" sz="10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fr-FR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000" kern="100" dirty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fr-FR" sz="1000" b="0" i="0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000" b="0" i="0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fr-FR" sz="1000" b="0" i="0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fr-FR" sz="1000" b="0" i="0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fr-FR" sz="1000" b="0" i="1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…,</m:t>
                    </m:r>
                    <m:r>
                      <a:rPr lang="fr-FR" sz="1000" b="0" i="1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fr-FR" sz="1000" b="0" i="1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fr-FR" sz="10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3A05111C-15A0-BAB8-86B1-5F235A8D4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96" y="3130703"/>
                <a:ext cx="4572000" cy="259174"/>
              </a:xfrm>
              <a:prstGeom prst="rect">
                <a:avLst/>
              </a:prstGeom>
              <a:blipFill>
                <a:blip r:embed="rId3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Google Shape;590;p26">
            <a:extLst>
              <a:ext uri="{FF2B5EF4-FFF2-40B4-BE49-F238E27FC236}">
                <a16:creationId xmlns:a16="http://schemas.microsoft.com/office/drawing/2014/main" id="{EEC5AF56-80B9-3DA4-8F68-AC1BB8849FCB}"/>
              </a:ext>
            </a:extLst>
          </p:cNvPr>
          <p:cNvSpPr/>
          <p:nvPr/>
        </p:nvSpPr>
        <p:spPr>
          <a:xfrm>
            <a:off x="992147" y="3765279"/>
            <a:ext cx="1308581" cy="647394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42C0FF8-EA71-79D1-CB28-DE71E96F3F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B02899D-2D57-F6C0-273D-5CD21D14C25F}"/>
                  </a:ext>
                </a:extLst>
              </p:cNvPr>
              <p:cNvSpPr txBox="1"/>
              <p:nvPr/>
            </p:nvSpPr>
            <p:spPr>
              <a:xfrm>
                <a:off x="4256680" y="2426508"/>
                <a:ext cx="1004714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m:rPr>
                        <m:nor/>
                      </m:rPr>
                      <a:rPr lang="fr-FR"/>
                      <m:t>:</m:t>
                    </m:r>
                    <m:sSup>
                      <m:sSup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𝓐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FR" b="1" i="1">
                    <a:latin typeface="Cambria Math" panose="02040503050406030204" pitchFamily="18" charset="0"/>
                  </a:rPr>
                  <a:t> </a:t>
                </a:r>
                <a:r>
                  <a:rPr lang="fr-FR"/>
                  <a:t>ℝ</a:t>
                </a:r>
                <a:endParaRPr lang="fr-FR" b="1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B02899D-2D57-F6C0-273D-5CD21D14C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680" y="2426508"/>
                <a:ext cx="1004714" cy="311560"/>
              </a:xfrm>
              <a:prstGeom prst="rect">
                <a:avLst/>
              </a:prstGeom>
              <a:blipFill>
                <a:blip r:embed="rId4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C0983C4D-31B3-8CE4-F445-16885AB84015}"/>
              </a:ext>
            </a:extLst>
          </p:cNvPr>
          <p:cNvSpPr txBox="1"/>
          <p:nvPr/>
        </p:nvSpPr>
        <p:spPr>
          <a:xfrm>
            <a:off x="3698307" y="2440633"/>
            <a:ext cx="619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where</a:t>
            </a:r>
            <a:r>
              <a:rPr lang="fr-FR"/>
              <a:t> 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A4AAEF9-9E89-85A8-B517-080DB2536122}"/>
              </a:ext>
            </a:extLst>
          </p:cNvPr>
          <p:cNvSpPr txBox="1"/>
          <p:nvPr/>
        </p:nvSpPr>
        <p:spPr>
          <a:xfrm>
            <a:off x="1468412" y="2476672"/>
            <a:ext cx="12539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subject</a:t>
            </a:r>
            <a:r>
              <a:rPr lang="fr-FR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B6DB6322-271E-2C11-3E47-042FBD3052AE}"/>
                  </a:ext>
                </a:extLst>
              </p:cNvPr>
              <p:cNvSpPr txBox="1"/>
              <p:nvPr/>
            </p:nvSpPr>
            <p:spPr>
              <a:xfrm>
                <a:off x="2092944" y="2433571"/>
                <a:ext cx="18080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</a:rPr>
                            <m:t>𝒂</m:t>
                          </m:r>
                          <m:r>
                            <a:rPr lang="fr-FR" b="1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</a:rPr>
                            <m:t>𝒕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≥</m:t>
                      </m:r>
                      <m:r>
                        <a:rPr lang="ar-AE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𝒉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,</m:t>
                      </m:r>
                      <m:r>
                        <m:rPr>
                          <m:nor/>
                        </m:rP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∀ </m:t>
                      </m:r>
                      <m:r>
                        <m:rPr>
                          <m:nor/>
                        </m:rP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t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≥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𝟏</m:t>
                      </m:r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B6DB6322-271E-2C11-3E47-042FBD305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944" y="2433571"/>
                <a:ext cx="1808018" cy="307777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ZoneTexte 28">
            <a:extLst>
              <a:ext uri="{FF2B5EF4-FFF2-40B4-BE49-F238E27FC236}">
                <a16:creationId xmlns:a16="http://schemas.microsoft.com/office/drawing/2014/main" id="{24826147-44AE-15C1-0F4F-BA9AB2940ED0}"/>
              </a:ext>
            </a:extLst>
          </p:cNvPr>
          <p:cNvSpPr txBox="1"/>
          <p:nvPr/>
        </p:nvSpPr>
        <p:spPr>
          <a:xfrm>
            <a:off x="5090851" y="2462452"/>
            <a:ext cx="1964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global reward function</a:t>
            </a:r>
            <a:endParaRPr lang="fr-FR"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993539F0-47EE-9AB2-963D-E90803E1B89E}"/>
                  </a:ext>
                </a:extLst>
              </p:cNvPr>
              <p:cNvSpPr txBox="1"/>
              <p:nvPr/>
            </p:nvSpPr>
            <p:spPr>
              <a:xfrm>
                <a:off x="4240039" y="2736087"/>
                <a:ext cx="68439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𝒉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 </m:t>
                      </m:r>
                      <m:r>
                        <m:rPr>
                          <m:nor/>
                        </m:rPr>
                        <a:rPr lang="fr-FR" kern="100" dirty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fr-FR" b="0" i="0" kern="100" dirty="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dirty="0"/>
                        <m:t>ℝ</m:t>
                      </m:r>
                    </m:oMath>
                  </m:oMathPara>
                </a14:m>
                <a:endParaRPr lang="fr-FR" b="1" i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993539F0-47EE-9AB2-963D-E90803E1B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039" y="2736087"/>
                <a:ext cx="68439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ZoneTexte 32">
            <a:extLst>
              <a:ext uri="{FF2B5EF4-FFF2-40B4-BE49-F238E27FC236}">
                <a16:creationId xmlns:a16="http://schemas.microsoft.com/office/drawing/2014/main" id="{46CC8478-0D0E-90FE-D714-6C0C2942CD25}"/>
              </a:ext>
            </a:extLst>
          </p:cNvPr>
          <p:cNvSpPr txBox="1"/>
          <p:nvPr/>
        </p:nvSpPr>
        <p:spPr>
          <a:xfrm>
            <a:off x="4710548" y="2758402"/>
            <a:ext cx="1929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safety threshold</a:t>
            </a:r>
            <a:endParaRPr lang="fr-FR"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F35E86AB-2668-21B2-31E9-F205589800A7}"/>
                  </a:ext>
                </a:extLst>
              </p:cNvPr>
              <p:cNvSpPr txBox="1"/>
              <p:nvPr/>
            </p:nvSpPr>
            <p:spPr>
              <a:xfrm>
                <a:off x="4239491" y="3010554"/>
                <a:ext cx="23190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t</m:t>
                      </m:r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F35E86AB-2668-21B2-31E9-F20558980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491" y="3010554"/>
                <a:ext cx="23190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ZoneTexte 36">
            <a:extLst>
              <a:ext uri="{FF2B5EF4-FFF2-40B4-BE49-F238E27FC236}">
                <a16:creationId xmlns:a16="http://schemas.microsoft.com/office/drawing/2014/main" id="{BBAD2C59-0462-DCE5-C64C-95D293918C5F}"/>
              </a:ext>
            </a:extLst>
          </p:cNvPr>
          <p:cNvSpPr txBox="1"/>
          <p:nvPr/>
        </p:nvSpPr>
        <p:spPr>
          <a:xfrm>
            <a:off x="4395200" y="3036919"/>
            <a:ext cx="42239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Safe Bayesian Optimization iteration</a:t>
            </a:r>
            <a:endParaRPr lang="fr-FR"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Flèche : virage 37">
            <a:extLst>
              <a:ext uri="{FF2B5EF4-FFF2-40B4-BE49-F238E27FC236}">
                <a16:creationId xmlns:a16="http://schemas.microsoft.com/office/drawing/2014/main" id="{C273CCD1-A76B-14A2-B8BD-BCF1492FB026}"/>
              </a:ext>
            </a:extLst>
          </p:cNvPr>
          <p:cNvSpPr/>
          <p:nvPr/>
        </p:nvSpPr>
        <p:spPr>
          <a:xfrm rot="5400000">
            <a:off x="5096798" y="1550440"/>
            <a:ext cx="750223" cy="584775"/>
          </a:xfrm>
          <a:prstGeom prst="ben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66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>
          <a:extLst>
            <a:ext uri="{FF2B5EF4-FFF2-40B4-BE49-F238E27FC236}">
              <a16:creationId xmlns:a16="http://schemas.microsoft.com/office/drawing/2014/main" id="{CA59B1ED-EDD8-DD28-038C-4028809C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8">
            <a:extLst>
              <a:ext uri="{FF2B5EF4-FFF2-40B4-BE49-F238E27FC236}">
                <a16:creationId xmlns:a16="http://schemas.microsoft.com/office/drawing/2014/main" id="{D98DD728-A13A-598E-376B-9DB451804AEE}"/>
              </a:ext>
            </a:extLst>
          </p:cNvPr>
          <p:cNvSpPr/>
          <p:nvPr/>
        </p:nvSpPr>
        <p:spPr>
          <a:xfrm>
            <a:off x="3263290" y="3673342"/>
            <a:ext cx="154" cy="154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1"/>
                </a:moveTo>
                <a:close/>
              </a:path>
            </a:pathLst>
          </a:custGeom>
          <a:noFill/>
          <a:ln w="2775" cap="rnd" cmpd="sng">
            <a:solidFill>
              <a:srgbClr val="FFFFFF"/>
            </a:solidFill>
            <a:prstDash val="solid"/>
            <a:miter lim="58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8">
            <a:extLst>
              <a:ext uri="{FF2B5EF4-FFF2-40B4-BE49-F238E27FC236}">
                <a16:creationId xmlns:a16="http://schemas.microsoft.com/office/drawing/2014/main" id="{C48B25E4-3463-DAE8-C269-7D9E77C048B5}"/>
              </a:ext>
            </a:extLst>
          </p:cNvPr>
          <p:cNvSpPr/>
          <p:nvPr/>
        </p:nvSpPr>
        <p:spPr>
          <a:xfrm>
            <a:off x="5876866" y="3673342"/>
            <a:ext cx="154" cy="154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0" y="1"/>
                </a:moveTo>
                <a:close/>
              </a:path>
            </a:pathLst>
          </a:custGeom>
          <a:noFill/>
          <a:ln w="2775" cap="rnd" cmpd="sng">
            <a:solidFill>
              <a:srgbClr val="FFFFFF"/>
            </a:solidFill>
            <a:prstDash val="solid"/>
            <a:miter lim="58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8">
            <a:extLst>
              <a:ext uri="{FF2B5EF4-FFF2-40B4-BE49-F238E27FC236}">
                <a16:creationId xmlns:a16="http://schemas.microsoft.com/office/drawing/2014/main" id="{FD1D4D41-6930-CF40-FE74-753E9772FE30}"/>
              </a:ext>
            </a:extLst>
          </p:cNvPr>
          <p:cNvSpPr/>
          <p:nvPr/>
        </p:nvSpPr>
        <p:spPr>
          <a:xfrm>
            <a:off x="5868713" y="3799945"/>
            <a:ext cx="5538" cy="154"/>
          </a:xfrm>
          <a:custGeom>
            <a:avLst/>
            <a:gdLst/>
            <a:ahLst/>
            <a:cxnLst/>
            <a:rect l="l" t="t" r="r" b="b"/>
            <a:pathLst>
              <a:path w="36" h="1" extrusionOk="0">
                <a:moveTo>
                  <a:pt x="1" y="0"/>
                </a:moveTo>
                <a:lnTo>
                  <a:pt x="36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8">
            <a:extLst>
              <a:ext uri="{FF2B5EF4-FFF2-40B4-BE49-F238E27FC236}">
                <a16:creationId xmlns:a16="http://schemas.microsoft.com/office/drawing/2014/main" id="{F827EBED-2608-DBE3-1325-A3EB526291D9}"/>
              </a:ext>
            </a:extLst>
          </p:cNvPr>
          <p:cNvSpPr/>
          <p:nvPr/>
        </p:nvSpPr>
        <p:spPr>
          <a:xfrm>
            <a:off x="5880404" y="3693956"/>
            <a:ext cx="62147" cy="16306"/>
          </a:xfrm>
          <a:custGeom>
            <a:avLst/>
            <a:gdLst/>
            <a:ahLst/>
            <a:cxnLst/>
            <a:rect l="l" t="t" r="r" b="b"/>
            <a:pathLst>
              <a:path w="404" h="106" extrusionOk="0">
                <a:moveTo>
                  <a:pt x="1" y="1"/>
                </a:moveTo>
                <a:lnTo>
                  <a:pt x="403" y="106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8">
            <a:extLst>
              <a:ext uri="{FF2B5EF4-FFF2-40B4-BE49-F238E27FC236}">
                <a16:creationId xmlns:a16="http://schemas.microsoft.com/office/drawing/2014/main" id="{066999C4-B480-8FC7-1BE3-2791FE970D52}"/>
              </a:ext>
            </a:extLst>
          </p:cNvPr>
          <p:cNvSpPr/>
          <p:nvPr/>
        </p:nvSpPr>
        <p:spPr>
          <a:xfrm>
            <a:off x="5880404" y="3799945"/>
            <a:ext cx="5538" cy="154"/>
          </a:xfrm>
          <a:custGeom>
            <a:avLst/>
            <a:gdLst/>
            <a:ahLst/>
            <a:cxnLst/>
            <a:rect l="l" t="t" r="r" b="b"/>
            <a:pathLst>
              <a:path w="36" h="1" extrusionOk="0">
                <a:moveTo>
                  <a:pt x="36" y="0"/>
                </a:moveTo>
                <a:lnTo>
                  <a:pt x="1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8">
            <a:extLst>
              <a:ext uri="{FF2B5EF4-FFF2-40B4-BE49-F238E27FC236}">
                <a16:creationId xmlns:a16="http://schemas.microsoft.com/office/drawing/2014/main" id="{E306A314-60A7-300C-A223-D193E4D27D2A}"/>
              </a:ext>
            </a:extLst>
          </p:cNvPr>
          <p:cNvSpPr/>
          <p:nvPr/>
        </p:nvSpPr>
        <p:spPr>
          <a:xfrm>
            <a:off x="5880404" y="3799945"/>
            <a:ext cx="5538" cy="154"/>
          </a:xfrm>
          <a:custGeom>
            <a:avLst/>
            <a:gdLst/>
            <a:ahLst/>
            <a:cxnLst/>
            <a:rect l="l" t="t" r="r" b="b"/>
            <a:pathLst>
              <a:path w="36" h="1" extrusionOk="0">
                <a:moveTo>
                  <a:pt x="36" y="0"/>
                </a:moveTo>
                <a:lnTo>
                  <a:pt x="1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8">
            <a:extLst>
              <a:ext uri="{FF2B5EF4-FFF2-40B4-BE49-F238E27FC236}">
                <a16:creationId xmlns:a16="http://schemas.microsoft.com/office/drawing/2014/main" id="{B765FDED-EDA0-7074-12B4-8DF6EB40E612}"/>
              </a:ext>
            </a:extLst>
          </p:cNvPr>
          <p:cNvSpPr/>
          <p:nvPr/>
        </p:nvSpPr>
        <p:spPr>
          <a:xfrm>
            <a:off x="5880404" y="3693956"/>
            <a:ext cx="62147" cy="16306"/>
          </a:xfrm>
          <a:custGeom>
            <a:avLst/>
            <a:gdLst/>
            <a:ahLst/>
            <a:cxnLst/>
            <a:rect l="l" t="t" r="r" b="b"/>
            <a:pathLst>
              <a:path w="404" h="106" extrusionOk="0">
                <a:moveTo>
                  <a:pt x="1" y="1"/>
                </a:moveTo>
                <a:lnTo>
                  <a:pt x="403" y="106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8">
            <a:extLst>
              <a:ext uri="{FF2B5EF4-FFF2-40B4-BE49-F238E27FC236}">
                <a16:creationId xmlns:a16="http://schemas.microsoft.com/office/drawing/2014/main" id="{821E2254-C6B2-12CE-1F24-9D706554DFC2}"/>
              </a:ext>
            </a:extLst>
          </p:cNvPr>
          <p:cNvSpPr/>
          <p:nvPr/>
        </p:nvSpPr>
        <p:spPr>
          <a:xfrm>
            <a:off x="5868713" y="3799945"/>
            <a:ext cx="5538" cy="154"/>
          </a:xfrm>
          <a:custGeom>
            <a:avLst/>
            <a:gdLst/>
            <a:ahLst/>
            <a:cxnLst/>
            <a:rect l="l" t="t" r="r" b="b"/>
            <a:pathLst>
              <a:path w="36" h="1" extrusionOk="0">
                <a:moveTo>
                  <a:pt x="1" y="0"/>
                </a:moveTo>
                <a:lnTo>
                  <a:pt x="36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8">
            <a:extLst>
              <a:ext uri="{FF2B5EF4-FFF2-40B4-BE49-F238E27FC236}">
                <a16:creationId xmlns:a16="http://schemas.microsoft.com/office/drawing/2014/main" id="{1AE6AD06-4E3F-AB1C-B4CA-3A7B5F671B01}"/>
              </a:ext>
            </a:extLst>
          </p:cNvPr>
          <p:cNvSpPr/>
          <p:nvPr/>
        </p:nvSpPr>
        <p:spPr>
          <a:xfrm>
            <a:off x="5880404" y="3799945"/>
            <a:ext cx="5538" cy="154"/>
          </a:xfrm>
          <a:custGeom>
            <a:avLst/>
            <a:gdLst/>
            <a:ahLst/>
            <a:cxnLst/>
            <a:rect l="l" t="t" r="r" b="b"/>
            <a:pathLst>
              <a:path w="36" h="1" extrusionOk="0">
                <a:moveTo>
                  <a:pt x="36" y="0"/>
                </a:moveTo>
                <a:lnTo>
                  <a:pt x="1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8">
            <a:extLst>
              <a:ext uri="{FF2B5EF4-FFF2-40B4-BE49-F238E27FC236}">
                <a16:creationId xmlns:a16="http://schemas.microsoft.com/office/drawing/2014/main" id="{C5841571-2CAE-952D-60F0-679C98B26DE6}"/>
              </a:ext>
            </a:extLst>
          </p:cNvPr>
          <p:cNvSpPr/>
          <p:nvPr/>
        </p:nvSpPr>
        <p:spPr>
          <a:xfrm>
            <a:off x="5880404" y="3693956"/>
            <a:ext cx="62147" cy="16306"/>
          </a:xfrm>
          <a:custGeom>
            <a:avLst/>
            <a:gdLst/>
            <a:ahLst/>
            <a:cxnLst/>
            <a:rect l="l" t="t" r="r" b="b"/>
            <a:pathLst>
              <a:path w="404" h="106" extrusionOk="0">
                <a:moveTo>
                  <a:pt x="1" y="1"/>
                </a:moveTo>
                <a:lnTo>
                  <a:pt x="403" y="106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8">
            <a:extLst>
              <a:ext uri="{FF2B5EF4-FFF2-40B4-BE49-F238E27FC236}">
                <a16:creationId xmlns:a16="http://schemas.microsoft.com/office/drawing/2014/main" id="{41B3F061-084B-E935-0CFC-182099ACFFA8}"/>
              </a:ext>
            </a:extLst>
          </p:cNvPr>
          <p:cNvSpPr/>
          <p:nvPr/>
        </p:nvSpPr>
        <p:spPr>
          <a:xfrm>
            <a:off x="1442366" y="2759688"/>
            <a:ext cx="351245" cy="2479"/>
          </a:xfrm>
          <a:custGeom>
            <a:avLst/>
            <a:gdLst/>
            <a:ahLst/>
            <a:cxnLst/>
            <a:rect l="l" t="t" r="r" b="b"/>
            <a:pathLst>
              <a:path w="2692" h="19" fill="none" extrusionOk="0">
                <a:moveTo>
                  <a:pt x="1" y="1"/>
                </a:moveTo>
                <a:lnTo>
                  <a:pt x="2691" y="18"/>
                </a:lnTo>
              </a:path>
            </a:pathLst>
          </a:custGeom>
          <a:noFill/>
          <a:ln w="2925" cap="rnd" cmpd="sng">
            <a:solidFill>
              <a:srgbClr val="263F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8">
            <a:extLst>
              <a:ext uri="{FF2B5EF4-FFF2-40B4-BE49-F238E27FC236}">
                <a16:creationId xmlns:a16="http://schemas.microsoft.com/office/drawing/2014/main" id="{0EBA0000-C1DB-7180-3777-0975E83F9884}"/>
              </a:ext>
            </a:extLst>
          </p:cNvPr>
          <p:cNvSpPr/>
          <p:nvPr/>
        </p:nvSpPr>
        <p:spPr>
          <a:xfrm>
            <a:off x="1402049" y="2719371"/>
            <a:ext cx="80766" cy="80113"/>
          </a:xfrm>
          <a:custGeom>
            <a:avLst/>
            <a:gdLst/>
            <a:ahLst/>
            <a:cxnLst/>
            <a:rect l="l" t="t" r="r" b="b"/>
            <a:pathLst>
              <a:path w="619" h="614" extrusionOk="0">
                <a:moveTo>
                  <a:pt x="299" y="0"/>
                </a:moveTo>
                <a:cubicBezTo>
                  <a:pt x="135" y="0"/>
                  <a:pt x="0" y="138"/>
                  <a:pt x="0" y="304"/>
                </a:cubicBezTo>
                <a:cubicBezTo>
                  <a:pt x="0" y="473"/>
                  <a:pt x="135" y="613"/>
                  <a:pt x="304" y="613"/>
                </a:cubicBezTo>
                <a:cubicBezTo>
                  <a:pt x="307" y="613"/>
                  <a:pt x="311" y="613"/>
                  <a:pt x="314" y="613"/>
                </a:cubicBezTo>
                <a:cubicBezTo>
                  <a:pt x="479" y="613"/>
                  <a:pt x="613" y="475"/>
                  <a:pt x="619" y="310"/>
                </a:cubicBezTo>
                <a:cubicBezTo>
                  <a:pt x="619" y="140"/>
                  <a:pt x="485" y="0"/>
                  <a:pt x="310" y="0"/>
                </a:cubicBezTo>
                <a:cubicBezTo>
                  <a:pt x="306" y="0"/>
                  <a:pt x="303" y="0"/>
                  <a:pt x="299" y="0"/>
                </a:cubicBezTo>
                <a:close/>
              </a:path>
            </a:pathLst>
          </a:custGeom>
          <a:solidFill>
            <a:srgbClr val="263F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8">
            <a:extLst>
              <a:ext uri="{FF2B5EF4-FFF2-40B4-BE49-F238E27FC236}">
                <a16:creationId xmlns:a16="http://schemas.microsoft.com/office/drawing/2014/main" id="{27C55CBF-0F86-F88F-1619-89304F77B951}"/>
              </a:ext>
            </a:extLst>
          </p:cNvPr>
          <p:cNvSpPr/>
          <p:nvPr/>
        </p:nvSpPr>
        <p:spPr>
          <a:xfrm>
            <a:off x="1402049" y="2194725"/>
            <a:ext cx="6315372" cy="1410462"/>
          </a:xfrm>
          <a:custGeom>
            <a:avLst/>
            <a:gdLst/>
            <a:ahLst/>
            <a:cxnLst/>
            <a:rect l="l" t="t" r="r" b="b"/>
            <a:pathLst>
              <a:path w="48402" h="10810" extrusionOk="0">
                <a:moveTo>
                  <a:pt x="7237" y="0"/>
                </a:moveTo>
                <a:cubicBezTo>
                  <a:pt x="4874" y="0"/>
                  <a:pt x="2948" y="1903"/>
                  <a:pt x="2913" y="4261"/>
                </a:cubicBezTo>
                <a:lnTo>
                  <a:pt x="601" y="4243"/>
                </a:lnTo>
                <a:cubicBezTo>
                  <a:pt x="566" y="4115"/>
                  <a:pt x="450" y="4021"/>
                  <a:pt x="316" y="4021"/>
                </a:cubicBezTo>
                <a:cubicBezTo>
                  <a:pt x="312" y="4021"/>
                  <a:pt x="308" y="4021"/>
                  <a:pt x="305" y="4021"/>
                </a:cubicBezTo>
                <a:cubicBezTo>
                  <a:pt x="135" y="4021"/>
                  <a:pt x="0" y="4159"/>
                  <a:pt x="0" y="4325"/>
                </a:cubicBezTo>
                <a:cubicBezTo>
                  <a:pt x="0" y="4494"/>
                  <a:pt x="135" y="4634"/>
                  <a:pt x="304" y="4634"/>
                </a:cubicBezTo>
                <a:cubicBezTo>
                  <a:pt x="308" y="4634"/>
                  <a:pt x="312" y="4634"/>
                  <a:pt x="316" y="4634"/>
                </a:cubicBezTo>
                <a:cubicBezTo>
                  <a:pt x="451" y="4634"/>
                  <a:pt x="562" y="4543"/>
                  <a:pt x="601" y="4424"/>
                </a:cubicBezTo>
                <a:lnTo>
                  <a:pt x="3000" y="4441"/>
                </a:lnTo>
                <a:cubicBezTo>
                  <a:pt x="3047" y="4441"/>
                  <a:pt x="3088" y="4401"/>
                  <a:pt x="3088" y="4348"/>
                </a:cubicBezTo>
                <a:cubicBezTo>
                  <a:pt x="3088" y="4348"/>
                  <a:pt x="3088" y="4342"/>
                  <a:pt x="3088" y="4342"/>
                </a:cubicBezTo>
                <a:cubicBezTo>
                  <a:pt x="3088" y="4336"/>
                  <a:pt x="3088" y="4336"/>
                  <a:pt x="3088" y="4331"/>
                </a:cubicBezTo>
                <a:cubicBezTo>
                  <a:pt x="3088" y="2043"/>
                  <a:pt x="4950" y="181"/>
                  <a:pt x="7237" y="181"/>
                </a:cubicBezTo>
                <a:cubicBezTo>
                  <a:pt x="9525" y="181"/>
                  <a:pt x="11387" y="2043"/>
                  <a:pt x="11387" y="4331"/>
                </a:cubicBezTo>
                <a:lnTo>
                  <a:pt x="11387" y="6478"/>
                </a:lnTo>
                <a:cubicBezTo>
                  <a:pt x="11387" y="8865"/>
                  <a:pt x="13331" y="10809"/>
                  <a:pt x="15718" y="10809"/>
                </a:cubicBezTo>
                <a:cubicBezTo>
                  <a:pt x="18111" y="10809"/>
                  <a:pt x="20048" y="8865"/>
                  <a:pt x="20048" y="6478"/>
                </a:cubicBezTo>
                <a:lnTo>
                  <a:pt x="20048" y="4331"/>
                </a:lnTo>
                <a:cubicBezTo>
                  <a:pt x="20048" y="2043"/>
                  <a:pt x="21910" y="181"/>
                  <a:pt x="24198" y="181"/>
                </a:cubicBezTo>
                <a:cubicBezTo>
                  <a:pt x="26486" y="181"/>
                  <a:pt x="28348" y="2043"/>
                  <a:pt x="28348" y="4331"/>
                </a:cubicBezTo>
                <a:lnTo>
                  <a:pt x="28348" y="6478"/>
                </a:lnTo>
                <a:cubicBezTo>
                  <a:pt x="28348" y="8865"/>
                  <a:pt x="30291" y="10809"/>
                  <a:pt x="32678" y="10809"/>
                </a:cubicBezTo>
                <a:cubicBezTo>
                  <a:pt x="35071" y="10809"/>
                  <a:pt x="37009" y="8865"/>
                  <a:pt x="37009" y="6478"/>
                </a:cubicBezTo>
                <a:lnTo>
                  <a:pt x="37009" y="4331"/>
                </a:lnTo>
                <a:cubicBezTo>
                  <a:pt x="37009" y="2043"/>
                  <a:pt x="38870" y="181"/>
                  <a:pt x="41158" y="181"/>
                </a:cubicBezTo>
                <a:cubicBezTo>
                  <a:pt x="43446" y="181"/>
                  <a:pt x="45308" y="2043"/>
                  <a:pt x="45308" y="4331"/>
                </a:cubicBezTo>
                <a:cubicBezTo>
                  <a:pt x="45308" y="4336"/>
                  <a:pt x="45308" y="4342"/>
                  <a:pt x="45314" y="4354"/>
                </a:cubicBezTo>
                <a:cubicBezTo>
                  <a:pt x="45314" y="4360"/>
                  <a:pt x="45308" y="4366"/>
                  <a:pt x="45308" y="4371"/>
                </a:cubicBezTo>
                <a:cubicBezTo>
                  <a:pt x="45308" y="4424"/>
                  <a:pt x="45349" y="4465"/>
                  <a:pt x="45401" y="4465"/>
                </a:cubicBezTo>
                <a:lnTo>
                  <a:pt x="47800" y="4447"/>
                </a:lnTo>
                <a:cubicBezTo>
                  <a:pt x="47835" y="4570"/>
                  <a:pt x="47958" y="4657"/>
                  <a:pt x="48092" y="4657"/>
                </a:cubicBezTo>
                <a:cubicBezTo>
                  <a:pt x="48261" y="4657"/>
                  <a:pt x="48401" y="4517"/>
                  <a:pt x="48395" y="4348"/>
                </a:cubicBezTo>
                <a:cubicBezTo>
                  <a:pt x="48395" y="4173"/>
                  <a:pt x="48255" y="4039"/>
                  <a:pt x="48086" y="4039"/>
                </a:cubicBezTo>
                <a:cubicBezTo>
                  <a:pt x="47946" y="4045"/>
                  <a:pt x="47829" y="4138"/>
                  <a:pt x="47794" y="4261"/>
                </a:cubicBezTo>
                <a:lnTo>
                  <a:pt x="45489" y="4278"/>
                </a:lnTo>
                <a:cubicBezTo>
                  <a:pt x="45460" y="1914"/>
                  <a:pt x="43528" y="0"/>
                  <a:pt x="41158" y="0"/>
                </a:cubicBezTo>
                <a:cubicBezTo>
                  <a:pt x="38771" y="0"/>
                  <a:pt x="36828" y="1944"/>
                  <a:pt x="36828" y="4331"/>
                </a:cubicBezTo>
                <a:lnTo>
                  <a:pt x="36828" y="6478"/>
                </a:lnTo>
                <a:cubicBezTo>
                  <a:pt x="36828" y="8766"/>
                  <a:pt x="34966" y="10628"/>
                  <a:pt x="32678" y="10628"/>
                </a:cubicBezTo>
                <a:cubicBezTo>
                  <a:pt x="30390" y="10628"/>
                  <a:pt x="28528" y="8766"/>
                  <a:pt x="28528" y="6478"/>
                </a:cubicBezTo>
                <a:lnTo>
                  <a:pt x="28528" y="4331"/>
                </a:lnTo>
                <a:cubicBezTo>
                  <a:pt x="28528" y="1944"/>
                  <a:pt x="26585" y="0"/>
                  <a:pt x="24198" y="0"/>
                </a:cubicBezTo>
                <a:cubicBezTo>
                  <a:pt x="21811" y="0"/>
                  <a:pt x="19867" y="1944"/>
                  <a:pt x="19867" y="4331"/>
                </a:cubicBezTo>
                <a:lnTo>
                  <a:pt x="19867" y="6478"/>
                </a:lnTo>
                <a:cubicBezTo>
                  <a:pt x="19867" y="8766"/>
                  <a:pt x="18006" y="10628"/>
                  <a:pt x="15718" y="10628"/>
                </a:cubicBezTo>
                <a:cubicBezTo>
                  <a:pt x="13430" y="10628"/>
                  <a:pt x="11568" y="8766"/>
                  <a:pt x="11568" y="6478"/>
                </a:cubicBezTo>
                <a:lnTo>
                  <a:pt x="11568" y="4331"/>
                </a:lnTo>
                <a:cubicBezTo>
                  <a:pt x="11568" y="1944"/>
                  <a:pt x="9625" y="0"/>
                  <a:pt x="7237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8">
            <a:extLst>
              <a:ext uri="{FF2B5EF4-FFF2-40B4-BE49-F238E27FC236}">
                <a16:creationId xmlns:a16="http://schemas.microsoft.com/office/drawing/2014/main" id="{7618BBDE-8F16-E4A5-42B3-50DC405FE5FD}"/>
              </a:ext>
            </a:extLst>
          </p:cNvPr>
          <p:cNvSpPr/>
          <p:nvPr/>
        </p:nvSpPr>
        <p:spPr>
          <a:xfrm>
            <a:off x="1907664" y="2338798"/>
            <a:ext cx="887385" cy="808967"/>
          </a:xfrm>
          <a:custGeom>
            <a:avLst/>
            <a:gdLst/>
            <a:ahLst/>
            <a:cxnLst/>
            <a:rect l="l" t="t" r="r" b="b"/>
            <a:pathLst>
              <a:path w="6801" h="6200" extrusionOk="0">
                <a:moveTo>
                  <a:pt x="3398" y="1"/>
                </a:moveTo>
                <a:cubicBezTo>
                  <a:pt x="2605" y="1"/>
                  <a:pt x="1813" y="304"/>
                  <a:pt x="1209" y="911"/>
                </a:cubicBezTo>
                <a:cubicBezTo>
                  <a:pt x="1" y="2119"/>
                  <a:pt x="1" y="4081"/>
                  <a:pt x="1209" y="5289"/>
                </a:cubicBezTo>
                <a:cubicBezTo>
                  <a:pt x="1813" y="5896"/>
                  <a:pt x="2605" y="6199"/>
                  <a:pt x="3398" y="6199"/>
                </a:cubicBezTo>
                <a:cubicBezTo>
                  <a:pt x="4191" y="6199"/>
                  <a:pt x="4985" y="5896"/>
                  <a:pt x="5592" y="5289"/>
                </a:cubicBezTo>
                <a:cubicBezTo>
                  <a:pt x="6800" y="4081"/>
                  <a:pt x="6800" y="2119"/>
                  <a:pt x="5592" y="911"/>
                </a:cubicBezTo>
                <a:cubicBezTo>
                  <a:pt x="4985" y="304"/>
                  <a:pt x="4191" y="1"/>
                  <a:pt x="339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8">
            <a:extLst>
              <a:ext uri="{FF2B5EF4-FFF2-40B4-BE49-F238E27FC236}">
                <a16:creationId xmlns:a16="http://schemas.microsoft.com/office/drawing/2014/main" id="{148FE62A-52F3-5663-D5DF-CA076F2546CF}"/>
              </a:ext>
            </a:extLst>
          </p:cNvPr>
          <p:cNvSpPr/>
          <p:nvPr/>
        </p:nvSpPr>
        <p:spPr>
          <a:xfrm>
            <a:off x="6371735" y="2338798"/>
            <a:ext cx="808837" cy="808967"/>
          </a:xfrm>
          <a:custGeom>
            <a:avLst/>
            <a:gdLst/>
            <a:ahLst/>
            <a:cxnLst/>
            <a:rect l="l" t="t" r="r" b="b"/>
            <a:pathLst>
              <a:path w="6199" h="6200" extrusionOk="0">
                <a:moveTo>
                  <a:pt x="3100" y="1"/>
                </a:moveTo>
                <a:cubicBezTo>
                  <a:pt x="1389" y="1"/>
                  <a:pt x="0" y="1390"/>
                  <a:pt x="0" y="3100"/>
                </a:cubicBezTo>
                <a:cubicBezTo>
                  <a:pt x="0" y="4810"/>
                  <a:pt x="1389" y="6199"/>
                  <a:pt x="3100" y="6199"/>
                </a:cubicBezTo>
                <a:cubicBezTo>
                  <a:pt x="4810" y="6199"/>
                  <a:pt x="6199" y="4810"/>
                  <a:pt x="6199" y="3100"/>
                </a:cubicBezTo>
                <a:cubicBezTo>
                  <a:pt x="6199" y="1390"/>
                  <a:pt x="4810" y="1"/>
                  <a:pt x="3100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8">
            <a:extLst>
              <a:ext uri="{FF2B5EF4-FFF2-40B4-BE49-F238E27FC236}">
                <a16:creationId xmlns:a16="http://schemas.microsoft.com/office/drawing/2014/main" id="{956150EC-9FF1-5756-1E2C-2F4354BC8D1D}"/>
              </a:ext>
            </a:extLst>
          </p:cNvPr>
          <p:cNvSpPr/>
          <p:nvPr/>
        </p:nvSpPr>
        <p:spPr>
          <a:xfrm>
            <a:off x="4164034" y="2338798"/>
            <a:ext cx="808967" cy="808967"/>
          </a:xfrm>
          <a:custGeom>
            <a:avLst/>
            <a:gdLst/>
            <a:ahLst/>
            <a:cxnLst/>
            <a:rect l="l" t="t" r="r" b="b"/>
            <a:pathLst>
              <a:path w="6200" h="6200" extrusionOk="0">
                <a:moveTo>
                  <a:pt x="3100" y="1"/>
                </a:moveTo>
                <a:cubicBezTo>
                  <a:pt x="1390" y="1"/>
                  <a:pt x="1" y="1390"/>
                  <a:pt x="1" y="3100"/>
                </a:cubicBezTo>
                <a:cubicBezTo>
                  <a:pt x="1" y="4810"/>
                  <a:pt x="1390" y="6199"/>
                  <a:pt x="3100" y="6199"/>
                </a:cubicBezTo>
                <a:cubicBezTo>
                  <a:pt x="4810" y="6199"/>
                  <a:pt x="6199" y="4810"/>
                  <a:pt x="6199" y="3100"/>
                </a:cubicBezTo>
                <a:cubicBezTo>
                  <a:pt x="6199" y="1390"/>
                  <a:pt x="4810" y="1"/>
                  <a:pt x="310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8">
            <a:extLst>
              <a:ext uri="{FF2B5EF4-FFF2-40B4-BE49-F238E27FC236}">
                <a16:creationId xmlns:a16="http://schemas.microsoft.com/office/drawing/2014/main" id="{8D93DB87-CA79-180A-EE7A-57E133D64BDA}"/>
              </a:ext>
            </a:extLst>
          </p:cNvPr>
          <p:cNvSpPr/>
          <p:nvPr/>
        </p:nvSpPr>
        <p:spPr>
          <a:xfrm>
            <a:off x="3055355" y="2627918"/>
            <a:ext cx="808837" cy="808967"/>
          </a:xfrm>
          <a:custGeom>
            <a:avLst/>
            <a:gdLst/>
            <a:ahLst/>
            <a:cxnLst/>
            <a:rect l="l" t="t" r="r" b="b"/>
            <a:pathLst>
              <a:path w="6199" h="6200" extrusionOk="0">
                <a:moveTo>
                  <a:pt x="3099" y="1"/>
                </a:moveTo>
                <a:cubicBezTo>
                  <a:pt x="1389" y="1"/>
                  <a:pt x="0" y="1390"/>
                  <a:pt x="0" y="3100"/>
                </a:cubicBezTo>
                <a:cubicBezTo>
                  <a:pt x="0" y="4810"/>
                  <a:pt x="1389" y="6199"/>
                  <a:pt x="3099" y="6199"/>
                </a:cubicBezTo>
                <a:cubicBezTo>
                  <a:pt x="4809" y="6199"/>
                  <a:pt x="6198" y="4810"/>
                  <a:pt x="6198" y="3100"/>
                </a:cubicBezTo>
                <a:cubicBezTo>
                  <a:pt x="6198" y="1390"/>
                  <a:pt x="4809" y="1"/>
                  <a:pt x="309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8">
            <a:extLst>
              <a:ext uri="{FF2B5EF4-FFF2-40B4-BE49-F238E27FC236}">
                <a16:creationId xmlns:a16="http://schemas.microsoft.com/office/drawing/2014/main" id="{87FFCD5B-39F1-0517-0D3B-7FD9225A5403}"/>
              </a:ext>
            </a:extLst>
          </p:cNvPr>
          <p:cNvSpPr/>
          <p:nvPr/>
        </p:nvSpPr>
        <p:spPr>
          <a:xfrm>
            <a:off x="2354661" y="2355342"/>
            <a:ext cx="130" cy="130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close/>
              </a:path>
            </a:pathLst>
          </a:custGeom>
          <a:noFill/>
          <a:ln w="2775" cap="rnd" cmpd="sng">
            <a:solidFill>
              <a:srgbClr val="FFFFFF"/>
            </a:solidFill>
            <a:prstDash val="solid"/>
            <a:miter lim="58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8">
            <a:extLst>
              <a:ext uri="{FF2B5EF4-FFF2-40B4-BE49-F238E27FC236}">
                <a16:creationId xmlns:a16="http://schemas.microsoft.com/office/drawing/2014/main" id="{5EFEFDB2-D41D-6FE6-6D28-5BAD1704ED81}"/>
              </a:ext>
            </a:extLst>
          </p:cNvPr>
          <p:cNvSpPr/>
          <p:nvPr/>
        </p:nvSpPr>
        <p:spPr>
          <a:xfrm>
            <a:off x="4583599" y="2355342"/>
            <a:ext cx="130" cy="130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close/>
              </a:path>
            </a:pathLst>
          </a:custGeom>
          <a:noFill/>
          <a:ln w="2775" cap="rnd" cmpd="sng">
            <a:solidFill>
              <a:srgbClr val="FFFFFF"/>
            </a:solidFill>
            <a:prstDash val="solid"/>
            <a:miter lim="58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8">
            <a:extLst>
              <a:ext uri="{FF2B5EF4-FFF2-40B4-BE49-F238E27FC236}">
                <a16:creationId xmlns:a16="http://schemas.microsoft.com/office/drawing/2014/main" id="{5A0DDD5F-7997-326C-5D67-423F64E45604}"/>
              </a:ext>
            </a:extLst>
          </p:cNvPr>
          <p:cNvSpPr/>
          <p:nvPr/>
        </p:nvSpPr>
        <p:spPr>
          <a:xfrm>
            <a:off x="6785137" y="2355342"/>
            <a:ext cx="130" cy="130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close/>
              </a:path>
            </a:pathLst>
          </a:custGeom>
          <a:noFill/>
          <a:ln w="2775" cap="rnd" cmpd="sng">
            <a:solidFill>
              <a:srgbClr val="FFFFFF"/>
            </a:solidFill>
            <a:prstDash val="solid"/>
            <a:miter lim="58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8">
            <a:extLst>
              <a:ext uri="{FF2B5EF4-FFF2-40B4-BE49-F238E27FC236}">
                <a16:creationId xmlns:a16="http://schemas.microsoft.com/office/drawing/2014/main" id="{9030D1D9-D384-A430-D99F-8FAEFE75ACD4}"/>
              </a:ext>
            </a:extLst>
          </p:cNvPr>
          <p:cNvSpPr/>
          <p:nvPr/>
        </p:nvSpPr>
        <p:spPr>
          <a:xfrm>
            <a:off x="6730337" y="2322592"/>
            <a:ext cx="51930" cy="15396"/>
          </a:xfrm>
          <a:custGeom>
            <a:avLst/>
            <a:gdLst/>
            <a:ahLst/>
            <a:cxnLst/>
            <a:rect l="l" t="t" r="r" b="b"/>
            <a:pathLst>
              <a:path w="398" h="118" extrusionOk="0">
                <a:moveTo>
                  <a:pt x="397" y="117"/>
                </a:moveTo>
                <a:lnTo>
                  <a:pt x="0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8">
            <a:extLst>
              <a:ext uri="{FF2B5EF4-FFF2-40B4-BE49-F238E27FC236}">
                <a16:creationId xmlns:a16="http://schemas.microsoft.com/office/drawing/2014/main" id="{A012DF55-7E5C-E9B4-A8B3-4785A1876096}"/>
              </a:ext>
            </a:extLst>
          </p:cNvPr>
          <p:cNvSpPr/>
          <p:nvPr/>
        </p:nvSpPr>
        <p:spPr>
          <a:xfrm>
            <a:off x="6778353" y="2247959"/>
            <a:ext cx="3914" cy="130"/>
          </a:xfrm>
          <a:custGeom>
            <a:avLst/>
            <a:gdLst/>
            <a:ahLst/>
            <a:cxnLst/>
            <a:rect l="l" t="t" r="r" b="b"/>
            <a:pathLst>
              <a:path w="30" h="1" extrusionOk="0">
                <a:moveTo>
                  <a:pt x="0" y="1"/>
                </a:moveTo>
                <a:lnTo>
                  <a:pt x="29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8">
            <a:extLst>
              <a:ext uri="{FF2B5EF4-FFF2-40B4-BE49-F238E27FC236}">
                <a16:creationId xmlns:a16="http://schemas.microsoft.com/office/drawing/2014/main" id="{691AF664-FD4D-66C1-0C6B-BDC66320A9D4}"/>
              </a:ext>
            </a:extLst>
          </p:cNvPr>
          <p:cNvSpPr/>
          <p:nvPr/>
        </p:nvSpPr>
        <p:spPr>
          <a:xfrm>
            <a:off x="6788138" y="2324158"/>
            <a:ext cx="52713" cy="13831"/>
          </a:xfrm>
          <a:custGeom>
            <a:avLst/>
            <a:gdLst/>
            <a:ahLst/>
            <a:cxnLst/>
            <a:rect l="l" t="t" r="r" b="b"/>
            <a:pathLst>
              <a:path w="404" h="106" extrusionOk="0">
                <a:moveTo>
                  <a:pt x="1" y="105"/>
                </a:moveTo>
                <a:lnTo>
                  <a:pt x="40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8">
            <a:extLst>
              <a:ext uri="{FF2B5EF4-FFF2-40B4-BE49-F238E27FC236}">
                <a16:creationId xmlns:a16="http://schemas.microsoft.com/office/drawing/2014/main" id="{1AF6955E-0646-21D4-96A9-2DA321F13648}"/>
              </a:ext>
            </a:extLst>
          </p:cNvPr>
          <p:cNvSpPr/>
          <p:nvPr/>
        </p:nvSpPr>
        <p:spPr>
          <a:xfrm>
            <a:off x="6788138" y="2247959"/>
            <a:ext cx="4045" cy="130"/>
          </a:xfrm>
          <a:custGeom>
            <a:avLst/>
            <a:gdLst/>
            <a:ahLst/>
            <a:cxnLst/>
            <a:rect l="l" t="t" r="r" b="b"/>
            <a:pathLst>
              <a:path w="31" h="1" extrusionOk="0">
                <a:moveTo>
                  <a:pt x="30" y="1"/>
                </a:moveTo>
                <a:lnTo>
                  <a:pt x="1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8">
            <a:extLst>
              <a:ext uri="{FF2B5EF4-FFF2-40B4-BE49-F238E27FC236}">
                <a16:creationId xmlns:a16="http://schemas.microsoft.com/office/drawing/2014/main" id="{A06940D9-3462-96A2-0B22-8EE541C4333C}"/>
              </a:ext>
            </a:extLst>
          </p:cNvPr>
          <p:cNvSpPr/>
          <p:nvPr/>
        </p:nvSpPr>
        <p:spPr>
          <a:xfrm>
            <a:off x="6730337" y="2322592"/>
            <a:ext cx="51930" cy="15396"/>
          </a:xfrm>
          <a:custGeom>
            <a:avLst/>
            <a:gdLst/>
            <a:ahLst/>
            <a:cxnLst/>
            <a:rect l="l" t="t" r="r" b="b"/>
            <a:pathLst>
              <a:path w="398" h="118" extrusionOk="0">
                <a:moveTo>
                  <a:pt x="397" y="117"/>
                </a:moveTo>
                <a:lnTo>
                  <a:pt x="0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8">
            <a:extLst>
              <a:ext uri="{FF2B5EF4-FFF2-40B4-BE49-F238E27FC236}">
                <a16:creationId xmlns:a16="http://schemas.microsoft.com/office/drawing/2014/main" id="{A0D24CC6-AD6F-4D9F-E5D7-34136AEAF91E}"/>
              </a:ext>
            </a:extLst>
          </p:cNvPr>
          <p:cNvSpPr/>
          <p:nvPr/>
        </p:nvSpPr>
        <p:spPr>
          <a:xfrm>
            <a:off x="6778353" y="2247959"/>
            <a:ext cx="3914" cy="130"/>
          </a:xfrm>
          <a:custGeom>
            <a:avLst/>
            <a:gdLst/>
            <a:ahLst/>
            <a:cxnLst/>
            <a:rect l="l" t="t" r="r" b="b"/>
            <a:pathLst>
              <a:path w="30" h="1" extrusionOk="0">
                <a:moveTo>
                  <a:pt x="0" y="1"/>
                </a:moveTo>
                <a:lnTo>
                  <a:pt x="29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8">
            <a:extLst>
              <a:ext uri="{FF2B5EF4-FFF2-40B4-BE49-F238E27FC236}">
                <a16:creationId xmlns:a16="http://schemas.microsoft.com/office/drawing/2014/main" id="{0C3EF590-E287-0CEE-FACA-69EB7BB69F8A}"/>
              </a:ext>
            </a:extLst>
          </p:cNvPr>
          <p:cNvSpPr/>
          <p:nvPr/>
        </p:nvSpPr>
        <p:spPr>
          <a:xfrm>
            <a:off x="6788138" y="2324158"/>
            <a:ext cx="52713" cy="13831"/>
          </a:xfrm>
          <a:custGeom>
            <a:avLst/>
            <a:gdLst/>
            <a:ahLst/>
            <a:cxnLst/>
            <a:rect l="l" t="t" r="r" b="b"/>
            <a:pathLst>
              <a:path w="404" h="106" extrusionOk="0">
                <a:moveTo>
                  <a:pt x="1" y="105"/>
                </a:moveTo>
                <a:lnTo>
                  <a:pt x="40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8">
            <a:extLst>
              <a:ext uri="{FF2B5EF4-FFF2-40B4-BE49-F238E27FC236}">
                <a16:creationId xmlns:a16="http://schemas.microsoft.com/office/drawing/2014/main" id="{275115FD-9347-BD6A-E552-E66B8BBFCC64}"/>
              </a:ext>
            </a:extLst>
          </p:cNvPr>
          <p:cNvSpPr/>
          <p:nvPr/>
        </p:nvSpPr>
        <p:spPr>
          <a:xfrm>
            <a:off x="6788138" y="2247959"/>
            <a:ext cx="4045" cy="130"/>
          </a:xfrm>
          <a:custGeom>
            <a:avLst/>
            <a:gdLst/>
            <a:ahLst/>
            <a:cxnLst/>
            <a:rect l="l" t="t" r="r" b="b"/>
            <a:pathLst>
              <a:path w="31" h="1" extrusionOk="0">
                <a:moveTo>
                  <a:pt x="30" y="1"/>
                </a:moveTo>
                <a:lnTo>
                  <a:pt x="1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8">
            <a:extLst>
              <a:ext uri="{FF2B5EF4-FFF2-40B4-BE49-F238E27FC236}">
                <a16:creationId xmlns:a16="http://schemas.microsoft.com/office/drawing/2014/main" id="{CBDA2569-8436-1247-C279-71C08481C718}"/>
              </a:ext>
            </a:extLst>
          </p:cNvPr>
          <p:cNvSpPr/>
          <p:nvPr/>
        </p:nvSpPr>
        <p:spPr>
          <a:xfrm>
            <a:off x="6730337" y="2322592"/>
            <a:ext cx="51930" cy="15396"/>
          </a:xfrm>
          <a:custGeom>
            <a:avLst/>
            <a:gdLst/>
            <a:ahLst/>
            <a:cxnLst/>
            <a:rect l="l" t="t" r="r" b="b"/>
            <a:pathLst>
              <a:path w="398" h="118" extrusionOk="0">
                <a:moveTo>
                  <a:pt x="397" y="117"/>
                </a:moveTo>
                <a:lnTo>
                  <a:pt x="0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8">
            <a:extLst>
              <a:ext uri="{FF2B5EF4-FFF2-40B4-BE49-F238E27FC236}">
                <a16:creationId xmlns:a16="http://schemas.microsoft.com/office/drawing/2014/main" id="{EC115DB0-B69F-01B2-6E6C-2E1ACCB5A39B}"/>
              </a:ext>
            </a:extLst>
          </p:cNvPr>
          <p:cNvSpPr/>
          <p:nvPr/>
        </p:nvSpPr>
        <p:spPr>
          <a:xfrm>
            <a:off x="6778353" y="2247959"/>
            <a:ext cx="3914" cy="130"/>
          </a:xfrm>
          <a:custGeom>
            <a:avLst/>
            <a:gdLst/>
            <a:ahLst/>
            <a:cxnLst/>
            <a:rect l="l" t="t" r="r" b="b"/>
            <a:pathLst>
              <a:path w="30" h="1" extrusionOk="0">
                <a:moveTo>
                  <a:pt x="0" y="1"/>
                </a:moveTo>
                <a:lnTo>
                  <a:pt x="29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8">
            <a:extLst>
              <a:ext uri="{FF2B5EF4-FFF2-40B4-BE49-F238E27FC236}">
                <a16:creationId xmlns:a16="http://schemas.microsoft.com/office/drawing/2014/main" id="{45C64AC1-D58C-EF45-1B69-230B57E637A5}"/>
              </a:ext>
            </a:extLst>
          </p:cNvPr>
          <p:cNvSpPr/>
          <p:nvPr/>
        </p:nvSpPr>
        <p:spPr>
          <a:xfrm>
            <a:off x="6788138" y="2324158"/>
            <a:ext cx="52713" cy="13831"/>
          </a:xfrm>
          <a:custGeom>
            <a:avLst/>
            <a:gdLst/>
            <a:ahLst/>
            <a:cxnLst/>
            <a:rect l="l" t="t" r="r" b="b"/>
            <a:pathLst>
              <a:path w="404" h="106" extrusionOk="0">
                <a:moveTo>
                  <a:pt x="1" y="105"/>
                </a:moveTo>
                <a:lnTo>
                  <a:pt x="404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8">
            <a:extLst>
              <a:ext uri="{FF2B5EF4-FFF2-40B4-BE49-F238E27FC236}">
                <a16:creationId xmlns:a16="http://schemas.microsoft.com/office/drawing/2014/main" id="{BC5CC1E3-7C9E-7BDB-61D0-6DA5A61F4B30}"/>
              </a:ext>
            </a:extLst>
          </p:cNvPr>
          <p:cNvSpPr/>
          <p:nvPr/>
        </p:nvSpPr>
        <p:spPr>
          <a:xfrm>
            <a:off x="6788138" y="2247959"/>
            <a:ext cx="4045" cy="130"/>
          </a:xfrm>
          <a:custGeom>
            <a:avLst/>
            <a:gdLst/>
            <a:ahLst/>
            <a:cxnLst/>
            <a:rect l="l" t="t" r="r" b="b"/>
            <a:pathLst>
              <a:path w="31" h="1" extrusionOk="0">
                <a:moveTo>
                  <a:pt x="30" y="1"/>
                </a:moveTo>
                <a:lnTo>
                  <a:pt x="1" y="1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8">
            <a:extLst>
              <a:ext uri="{FF2B5EF4-FFF2-40B4-BE49-F238E27FC236}">
                <a16:creationId xmlns:a16="http://schemas.microsoft.com/office/drawing/2014/main" id="{665FAD93-FC4A-A926-A593-FFB400665545}"/>
              </a:ext>
            </a:extLst>
          </p:cNvPr>
          <p:cNvSpPr/>
          <p:nvPr/>
        </p:nvSpPr>
        <p:spPr>
          <a:xfrm>
            <a:off x="5191753" y="2601420"/>
            <a:ext cx="934480" cy="867284"/>
          </a:xfrm>
          <a:custGeom>
            <a:avLst/>
            <a:gdLst/>
            <a:ahLst/>
            <a:cxnLst/>
            <a:rect l="l" t="t" r="r" b="b"/>
            <a:pathLst>
              <a:path w="7162" h="6647" extrusionOk="0">
                <a:moveTo>
                  <a:pt x="3579" y="0"/>
                </a:moveTo>
                <a:cubicBezTo>
                  <a:pt x="1986" y="0"/>
                  <a:pt x="581" y="1149"/>
                  <a:pt x="304" y="2772"/>
                </a:cubicBezTo>
                <a:cubicBezTo>
                  <a:pt x="0" y="4581"/>
                  <a:pt x="1220" y="6297"/>
                  <a:pt x="3029" y="6601"/>
                </a:cubicBezTo>
                <a:cubicBezTo>
                  <a:pt x="3215" y="6632"/>
                  <a:pt x="3401" y="6647"/>
                  <a:pt x="3583" y="6647"/>
                </a:cubicBezTo>
                <a:cubicBezTo>
                  <a:pt x="5177" y="6647"/>
                  <a:pt x="6586" y="5498"/>
                  <a:pt x="6858" y="3875"/>
                </a:cubicBezTo>
                <a:cubicBezTo>
                  <a:pt x="7162" y="2066"/>
                  <a:pt x="5942" y="356"/>
                  <a:pt x="4132" y="46"/>
                </a:cubicBezTo>
                <a:cubicBezTo>
                  <a:pt x="3946" y="15"/>
                  <a:pt x="3761" y="0"/>
                  <a:pt x="3579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8">
            <a:extLst>
              <a:ext uri="{FF2B5EF4-FFF2-40B4-BE49-F238E27FC236}">
                <a16:creationId xmlns:a16="http://schemas.microsoft.com/office/drawing/2014/main" id="{205DCE8E-9602-3A34-C4B1-F3593CE37527}"/>
              </a:ext>
            </a:extLst>
          </p:cNvPr>
          <p:cNvSpPr/>
          <p:nvPr/>
        </p:nvSpPr>
        <p:spPr>
          <a:xfrm>
            <a:off x="5166571" y="2580283"/>
            <a:ext cx="991629" cy="904209"/>
          </a:xfrm>
          <a:custGeom>
            <a:avLst/>
            <a:gdLst/>
            <a:ahLst/>
            <a:cxnLst/>
            <a:rect l="l" t="t" r="r" b="b"/>
            <a:pathLst>
              <a:path w="7600" h="6930" extrusionOk="0">
                <a:moveTo>
                  <a:pt x="3797" y="0"/>
                </a:moveTo>
                <a:cubicBezTo>
                  <a:pt x="2215" y="0"/>
                  <a:pt x="784" y="1095"/>
                  <a:pt x="421" y="2706"/>
                </a:cubicBezTo>
                <a:cubicBezTo>
                  <a:pt x="1" y="4568"/>
                  <a:pt x="1174" y="6424"/>
                  <a:pt x="3041" y="6844"/>
                </a:cubicBezTo>
                <a:cubicBezTo>
                  <a:pt x="3298" y="6902"/>
                  <a:pt x="3554" y="6930"/>
                  <a:pt x="3805" y="6930"/>
                </a:cubicBezTo>
                <a:cubicBezTo>
                  <a:pt x="5390" y="6930"/>
                  <a:pt x="6817" y="5835"/>
                  <a:pt x="7179" y="4224"/>
                </a:cubicBezTo>
                <a:cubicBezTo>
                  <a:pt x="7600" y="2356"/>
                  <a:pt x="6427" y="506"/>
                  <a:pt x="4559" y="86"/>
                </a:cubicBezTo>
                <a:cubicBezTo>
                  <a:pt x="4304" y="28"/>
                  <a:pt x="4048" y="0"/>
                  <a:pt x="379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8">
            <a:extLst>
              <a:ext uri="{FF2B5EF4-FFF2-40B4-BE49-F238E27FC236}">
                <a16:creationId xmlns:a16="http://schemas.microsoft.com/office/drawing/2014/main" id="{21EFA64A-0EB6-4112-2207-FB1457E6DFB8}"/>
              </a:ext>
            </a:extLst>
          </p:cNvPr>
          <p:cNvSpPr/>
          <p:nvPr/>
        </p:nvSpPr>
        <p:spPr>
          <a:xfrm>
            <a:off x="5258035" y="2627907"/>
            <a:ext cx="808830" cy="808961"/>
          </a:xfrm>
          <a:custGeom>
            <a:avLst/>
            <a:gdLst/>
            <a:ahLst/>
            <a:cxnLst/>
            <a:rect l="l" t="t" r="r" b="b"/>
            <a:pathLst>
              <a:path w="6199" h="6200" extrusionOk="0">
                <a:moveTo>
                  <a:pt x="3099" y="1"/>
                </a:moveTo>
                <a:cubicBezTo>
                  <a:pt x="1389" y="1"/>
                  <a:pt x="0" y="1390"/>
                  <a:pt x="0" y="3100"/>
                </a:cubicBezTo>
                <a:cubicBezTo>
                  <a:pt x="0" y="4810"/>
                  <a:pt x="1389" y="6199"/>
                  <a:pt x="3099" y="6199"/>
                </a:cubicBezTo>
                <a:cubicBezTo>
                  <a:pt x="4809" y="6199"/>
                  <a:pt x="6198" y="4810"/>
                  <a:pt x="6198" y="3100"/>
                </a:cubicBezTo>
                <a:cubicBezTo>
                  <a:pt x="6198" y="1390"/>
                  <a:pt x="4809" y="1"/>
                  <a:pt x="309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>
            <a:extLst>
              <a:ext uri="{FF2B5EF4-FFF2-40B4-BE49-F238E27FC236}">
                <a16:creationId xmlns:a16="http://schemas.microsoft.com/office/drawing/2014/main" id="{FC7A0CC7-0E79-CAFD-1337-5C2CE6E86537}"/>
              </a:ext>
            </a:extLst>
          </p:cNvPr>
          <p:cNvGrpSpPr/>
          <p:nvPr/>
        </p:nvGrpSpPr>
        <p:grpSpPr>
          <a:xfrm>
            <a:off x="2413838" y="908026"/>
            <a:ext cx="2085850" cy="1080715"/>
            <a:chOff x="2217813" y="908026"/>
            <a:chExt cx="2085850" cy="1080715"/>
          </a:xfrm>
        </p:grpSpPr>
        <p:sp>
          <p:nvSpPr>
            <p:cNvPr id="679" name="Google Shape;679;p28">
              <a:extLst>
                <a:ext uri="{FF2B5EF4-FFF2-40B4-BE49-F238E27FC236}">
                  <a16:creationId xmlns:a16="http://schemas.microsoft.com/office/drawing/2014/main" id="{EE1451A1-EB6B-5593-C50E-68F730A2B38B}"/>
                </a:ext>
              </a:extLst>
            </p:cNvPr>
            <p:cNvSpPr txBox="1"/>
            <p:nvPr/>
          </p:nvSpPr>
          <p:spPr>
            <a:xfrm>
              <a:off x="2267071" y="1438541"/>
              <a:ext cx="1987333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Strong convergence but objective function needs to be known</a:t>
              </a:r>
              <a:endParaRPr sz="1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0" name="Google Shape;680;p28">
              <a:extLst>
                <a:ext uri="{FF2B5EF4-FFF2-40B4-BE49-F238E27FC236}">
                  <a16:creationId xmlns:a16="http://schemas.microsoft.com/office/drawing/2014/main" id="{8AEB7F8E-0F01-205B-B3B3-F3E012A34FB2}"/>
                </a:ext>
              </a:extLst>
            </p:cNvPr>
            <p:cNvSpPr txBox="1"/>
            <p:nvPr/>
          </p:nvSpPr>
          <p:spPr>
            <a:xfrm>
              <a:off x="2217813" y="908026"/>
              <a:ext cx="2085850" cy="550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Distributed Optimization Methods</a:t>
              </a:r>
              <a:endParaRPr sz="15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81" name="Google Shape;681;p28">
            <a:extLst>
              <a:ext uri="{FF2B5EF4-FFF2-40B4-BE49-F238E27FC236}">
                <a16:creationId xmlns:a16="http://schemas.microsoft.com/office/drawing/2014/main" id="{A9A61E18-6764-C5D4-DA5D-73C6CC2F4E15}"/>
              </a:ext>
            </a:extLst>
          </p:cNvPr>
          <p:cNvGrpSpPr/>
          <p:nvPr/>
        </p:nvGrpSpPr>
        <p:grpSpPr>
          <a:xfrm>
            <a:off x="4603712" y="907696"/>
            <a:ext cx="2207356" cy="1069586"/>
            <a:chOff x="4770437" y="907696"/>
            <a:chExt cx="2207356" cy="1069586"/>
          </a:xfrm>
        </p:grpSpPr>
        <p:sp>
          <p:nvSpPr>
            <p:cNvPr id="682" name="Google Shape;682;p28">
              <a:extLst>
                <a:ext uri="{FF2B5EF4-FFF2-40B4-BE49-F238E27FC236}">
                  <a16:creationId xmlns:a16="http://schemas.microsoft.com/office/drawing/2014/main" id="{D6305C3B-38AC-E00F-FAE3-C155B4A065FE}"/>
                </a:ext>
              </a:extLst>
            </p:cNvPr>
            <p:cNvSpPr txBox="1"/>
            <p:nvPr/>
          </p:nvSpPr>
          <p:spPr>
            <a:xfrm>
              <a:off x="4770437" y="1427082"/>
              <a:ext cx="2207356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Strong safety guarantiees using GPs but relies on global observability</a:t>
              </a:r>
              <a:endParaRPr sz="1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3" name="Google Shape;683;p28">
              <a:extLst>
                <a:ext uri="{FF2B5EF4-FFF2-40B4-BE49-F238E27FC236}">
                  <a16:creationId xmlns:a16="http://schemas.microsoft.com/office/drawing/2014/main" id="{C25BADB1-88E2-337A-B599-E2B0630D619B}"/>
                </a:ext>
              </a:extLst>
            </p:cNvPr>
            <p:cNvSpPr txBox="1"/>
            <p:nvPr/>
          </p:nvSpPr>
          <p:spPr>
            <a:xfrm>
              <a:off x="4805353" y="907696"/>
              <a:ext cx="2137525" cy="5193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C9274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Safe Bayesian Optimization</a:t>
              </a:r>
              <a:endParaRPr sz="1500" b="1">
                <a:solidFill>
                  <a:srgbClr val="C9274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84" name="Google Shape;684;p28">
            <a:extLst>
              <a:ext uri="{FF2B5EF4-FFF2-40B4-BE49-F238E27FC236}">
                <a16:creationId xmlns:a16="http://schemas.microsoft.com/office/drawing/2014/main" id="{B7292CCD-3037-DB24-8397-9470C455BF20}"/>
              </a:ext>
            </a:extLst>
          </p:cNvPr>
          <p:cNvGrpSpPr/>
          <p:nvPr/>
        </p:nvGrpSpPr>
        <p:grpSpPr>
          <a:xfrm>
            <a:off x="1199505" y="3719673"/>
            <a:ext cx="2294565" cy="1187601"/>
            <a:chOff x="2116092" y="1210836"/>
            <a:chExt cx="2294565" cy="1187601"/>
          </a:xfrm>
        </p:grpSpPr>
        <p:sp>
          <p:nvSpPr>
            <p:cNvPr id="685" name="Google Shape;685;p28">
              <a:extLst>
                <a:ext uri="{FF2B5EF4-FFF2-40B4-BE49-F238E27FC236}">
                  <a16:creationId xmlns:a16="http://schemas.microsoft.com/office/drawing/2014/main" id="{8A195975-954F-4208-7C04-ED07EF7BF298}"/>
                </a:ext>
              </a:extLst>
            </p:cNvPr>
            <p:cNvSpPr txBox="1"/>
            <p:nvPr/>
          </p:nvSpPr>
          <p:spPr>
            <a:xfrm>
              <a:off x="2238290" y="1848237"/>
              <a:ext cx="2050167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Complex policies but sample inefficient and no safety guarantees</a:t>
              </a:r>
              <a:endParaRPr sz="1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6" name="Google Shape;686;p28">
              <a:extLst>
                <a:ext uri="{FF2B5EF4-FFF2-40B4-BE49-F238E27FC236}">
                  <a16:creationId xmlns:a16="http://schemas.microsoft.com/office/drawing/2014/main" id="{D425B433-CE09-3763-9897-3318CA6795F2}"/>
                </a:ext>
              </a:extLst>
            </p:cNvPr>
            <p:cNvSpPr txBox="1"/>
            <p:nvPr/>
          </p:nvSpPr>
          <p:spPr>
            <a:xfrm>
              <a:off x="2116092" y="1210836"/>
              <a:ext cx="2294565" cy="645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GB" sz="1500" b="1">
                  <a:solidFill>
                    <a:srgbClr val="FFCE7D"/>
                  </a:solidFill>
                  <a:latin typeface="Fira Sans Extra Condensed"/>
                </a:rPr>
                <a:t>Multi-Agent</a:t>
              </a:r>
              <a:r>
                <a:rPr lang="en-GB" sz="1600">
                  <a:solidFill>
                    <a:srgbClr val="FFCE7D"/>
                  </a:solidFill>
                </a:rPr>
                <a:t> </a:t>
              </a:r>
              <a:r>
                <a:rPr lang="en-GB" sz="1500" b="1">
                  <a:solidFill>
                    <a:srgbClr val="FFCE7D"/>
                  </a:solidFill>
                  <a:latin typeface="Fira Sans Extra Condensed"/>
                </a:rPr>
                <a:t>Reinforcement Learning (MARL)</a:t>
              </a:r>
              <a:endParaRPr sz="1500" b="1">
                <a:solidFill>
                  <a:srgbClr val="FFCE7D"/>
                </a:solidFill>
                <a:latin typeface="Fira Sans Extra Condensed"/>
                <a:sym typeface="Fira Sans Extra Condensed"/>
              </a:endParaRPr>
            </a:p>
          </p:txBody>
        </p:sp>
      </p:grpSp>
      <p:grpSp>
        <p:nvGrpSpPr>
          <p:cNvPr id="687" name="Google Shape;687;p28">
            <a:extLst>
              <a:ext uri="{FF2B5EF4-FFF2-40B4-BE49-F238E27FC236}">
                <a16:creationId xmlns:a16="http://schemas.microsoft.com/office/drawing/2014/main" id="{4999F8F9-6448-31CD-BFF7-511A924F7B45}"/>
              </a:ext>
            </a:extLst>
          </p:cNvPr>
          <p:cNvGrpSpPr/>
          <p:nvPr/>
        </p:nvGrpSpPr>
        <p:grpSpPr>
          <a:xfrm>
            <a:off x="3483060" y="3782884"/>
            <a:ext cx="2170914" cy="1113749"/>
            <a:chOff x="2174522" y="1274047"/>
            <a:chExt cx="2170914" cy="1113749"/>
          </a:xfrm>
        </p:grpSpPr>
        <p:sp>
          <p:nvSpPr>
            <p:cNvPr id="688" name="Google Shape;688;p28">
              <a:extLst>
                <a:ext uri="{FF2B5EF4-FFF2-40B4-BE49-F238E27FC236}">
                  <a16:creationId xmlns:a16="http://schemas.microsoft.com/office/drawing/2014/main" id="{4E881301-1B56-ABCA-2891-3095BAB751B1}"/>
                </a:ext>
              </a:extLst>
            </p:cNvPr>
            <p:cNvSpPr txBox="1"/>
            <p:nvPr/>
          </p:nvSpPr>
          <p:spPr>
            <a:xfrm>
              <a:off x="2174522" y="1837596"/>
              <a:ext cx="2170914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Improves scalability and communication, but focuses on optimization and not on safety</a:t>
              </a:r>
              <a:endParaRPr sz="1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89" name="Google Shape;689;p28">
              <a:extLst>
                <a:ext uri="{FF2B5EF4-FFF2-40B4-BE49-F238E27FC236}">
                  <a16:creationId xmlns:a16="http://schemas.microsoft.com/office/drawing/2014/main" id="{1DA17A53-24CD-D0F8-5D1C-465D985FE23B}"/>
                </a:ext>
              </a:extLst>
            </p:cNvPr>
            <p:cNvSpPr txBox="1"/>
            <p:nvPr/>
          </p:nvSpPr>
          <p:spPr>
            <a:xfrm>
              <a:off x="2351296" y="1274047"/>
              <a:ext cx="1833000" cy="5498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Distributed Bayesian Optimization</a:t>
              </a:r>
              <a:endParaRPr sz="15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690" name="Google Shape;690;p28">
            <a:extLst>
              <a:ext uri="{FF2B5EF4-FFF2-40B4-BE49-F238E27FC236}">
                <a16:creationId xmlns:a16="http://schemas.microsoft.com/office/drawing/2014/main" id="{3A91D1C9-2028-39BC-2DD5-93B86E7439EC}"/>
              </a:ext>
            </a:extLst>
          </p:cNvPr>
          <p:cNvGrpSpPr/>
          <p:nvPr/>
        </p:nvGrpSpPr>
        <p:grpSpPr>
          <a:xfrm>
            <a:off x="5832044" y="3820702"/>
            <a:ext cx="1920278" cy="1075931"/>
            <a:chOff x="2298381" y="1283288"/>
            <a:chExt cx="1920278" cy="1075931"/>
          </a:xfrm>
        </p:grpSpPr>
        <p:sp>
          <p:nvSpPr>
            <p:cNvPr id="691" name="Google Shape;691;p28">
              <a:extLst>
                <a:ext uri="{FF2B5EF4-FFF2-40B4-BE49-F238E27FC236}">
                  <a16:creationId xmlns:a16="http://schemas.microsoft.com/office/drawing/2014/main" id="{8F8AB833-A04F-B5BB-9F4A-8FEDC4D43669}"/>
                </a:ext>
              </a:extLst>
            </p:cNvPr>
            <p:cNvSpPr txBox="1"/>
            <p:nvPr/>
          </p:nvSpPr>
          <p:spPr>
            <a:xfrm>
              <a:off x="2298381" y="1809019"/>
              <a:ext cx="1920278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1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Solution to partial observability in a purely distributed setting with safety guarantees</a:t>
              </a:r>
              <a:endParaRPr sz="1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92" name="Google Shape;692;p28">
              <a:extLst>
                <a:ext uri="{FF2B5EF4-FFF2-40B4-BE49-F238E27FC236}">
                  <a16:creationId xmlns:a16="http://schemas.microsoft.com/office/drawing/2014/main" id="{94AF78C2-C22F-471C-06F7-DF46EB205883}"/>
                </a:ext>
              </a:extLst>
            </p:cNvPr>
            <p:cNvSpPr txBox="1"/>
            <p:nvPr/>
          </p:nvSpPr>
          <p:spPr>
            <a:xfrm>
              <a:off x="2360905" y="1283288"/>
              <a:ext cx="1833000" cy="3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Our assigned paper</a:t>
              </a:r>
              <a:endParaRPr sz="15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693" name="Google Shape;693;p28">
            <a:extLst>
              <a:ext uri="{FF2B5EF4-FFF2-40B4-BE49-F238E27FC236}">
                <a16:creationId xmlns:a16="http://schemas.microsoft.com/office/drawing/2014/main" id="{FC045E91-0545-DF55-F7C1-4C081B509448}"/>
              </a:ext>
            </a:extLst>
          </p:cNvPr>
          <p:cNvCxnSpPr/>
          <p:nvPr/>
        </p:nvCxnSpPr>
        <p:spPr>
          <a:xfrm flipH="1">
            <a:off x="4570938" y="3099100"/>
            <a:ext cx="2100" cy="6249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694" name="Google Shape;694;p28">
            <a:extLst>
              <a:ext uri="{FF2B5EF4-FFF2-40B4-BE49-F238E27FC236}">
                <a16:creationId xmlns:a16="http://schemas.microsoft.com/office/drawing/2014/main" id="{23E1F2FE-2828-9A17-BBAF-141AC0210909}"/>
              </a:ext>
            </a:extLst>
          </p:cNvPr>
          <p:cNvCxnSpPr/>
          <p:nvPr/>
        </p:nvCxnSpPr>
        <p:spPr>
          <a:xfrm flipH="1">
            <a:off x="6794938" y="3099100"/>
            <a:ext cx="2100" cy="6249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695" name="Google Shape;695;p28">
            <a:extLst>
              <a:ext uri="{FF2B5EF4-FFF2-40B4-BE49-F238E27FC236}">
                <a16:creationId xmlns:a16="http://schemas.microsoft.com/office/drawing/2014/main" id="{45851D8F-6DFE-4621-9CE5-FAC6F9FB1CCF}"/>
              </a:ext>
            </a:extLst>
          </p:cNvPr>
          <p:cNvCxnSpPr/>
          <p:nvPr/>
        </p:nvCxnSpPr>
        <p:spPr>
          <a:xfrm rot="10800000">
            <a:off x="5683538" y="2040775"/>
            <a:ext cx="2100" cy="624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696" name="Google Shape;696;p28">
            <a:extLst>
              <a:ext uri="{FF2B5EF4-FFF2-40B4-BE49-F238E27FC236}">
                <a16:creationId xmlns:a16="http://schemas.microsoft.com/office/drawing/2014/main" id="{85A8C4EE-F730-0A32-F82B-5D7CD3A3088D}"/>
              </a:ext>
            </a:extLst>
          </p:cNvPr>
          <p:cNvCxnSpPr/>
          <p:nvPr/>
        </p:nvCxnSpPr>
        <p:spPr>
          <a:xfrm rot="10800000">
            <a:off x="3458338" y="2040775"/>
            <a:ext cx="2100" cy="624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697" name="Google Shape;697;p28">
            <a:extLst>
              <a:ext uri="{FF2B5EF4-FFF2-40B4-BE49-F238E27FC236}">
                <a16:creationId xmlns:a16="http://schemas.microsoft.com/office/drawing/2014/main" id="{500CC7AA-FB74-B661-381E-852927F01FA3}"/>
              </a:ext>
            </a:extLst>
          </p:cNvPr>
          <p:cNvCxnSpPr/>
          <p:nvPr/>
        </p:nvCxnSpPr>
        <p:spPr>
          <a:xfrm flipH="1">
            <a:off x="2346788" y="3099100"/>
            <a:ext cx="2100" cy="624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308E0BE-282D-7437-8009-1D50482D4BC1}"/>
              </a:ext>
            </a:extLst>
          </p:cNvPr>
          <p:cNvSpPr/>
          <p:nvPr/>
        </p:nvSpPr>
        <p:spPr>
          <a:xfrm>
            <a:off x="261533" y="184041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Google Shape;56;p15">
            <a:extLst>
              <a:ext uri="{FF2B5EF4-FFF2-40B4-BE49-F238E27FC236}">
                <a16:creationId xmlns:a16="http://schemas.microsoft.com/office/drawing/2014/main" id="{B89F84D8-659C-83EF-C428-DC17039B4BEB}"/>
              </a:ext>
            </a:extLst>
          </p:cNvPr>
          <p:cNvSpPr txBox="1"/>
          <p:nvPr/>
        </p:nvSpPr>
        <p:spPr>
          <a:xfrm>
            <a:off x="261000" y="298187"/>
            <a:ext cx="714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chemeClr val="accent5">
                    <a:lumMod val="60000"/>
                    <a:lumOff val="40000"/>
                  </a:schemeClr>
                </a:solidFill>
                <a:latin typeface="Fira Sans Extra Condensed"/>
                <a:sym typeface="Fira Sans Extra Condensed"/>
              </a:rPr>
              <a:t>Related literature</a:t>
            </a:r>
            <a:endParaRPr lang="en" sz="3200" b="1">
              <a:solidFill>
                <a:schemeClr val="accent5">
                  <a:lumMod val="60000"/>
                  <a:lumOff val="40000"/>
                </a:schemeClr>
              </a:solidFill>
              <a:latin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93229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D2138-350A-0650-969B-746526E0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6;p15">
            <a:extLst>
              <a:ext uri="{FF2B5EF4-FFF2-40B4-BE49-F238E27FC236}">
                <a16:creationId xmlns:a16="http://schemas.microsoft.com/office/drawing/2014/main" id="{1946E188-52D1-D181-1326-B7E04B01AEC4}"/>
              </a:ext>
            </a:extLst>
          </p:cNvPr>
          <p:cNvSpPr txBox="1"/>
          <p:nvPr/>
        </p:nvSpPr>
        <p:spPr>
          <a:xfrm>
            <a:off x="191727" y="186119"/>
            <a:ext cx="714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961D3B"/>
                </a:solidFill>
                <a:latin typeface="Fira Sans Extra Condensed"/>
              </a:rPr>
              <a:t>Paper Summar</a:t>
            </a:r>
            <a:r>
              <a:rPr lang="en" sz="3200" b="1">
                <a:solidFill>
                  <a:schemeClr val="accent4">
                    <a:lumMod val="76000"/>
                  </a:schemeClr>
                </a:solidFill>
                <a:latin typeface="Fira Sans Extra Condensed"/>
              </a:rPr>
              <a:t>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4888D6-43E9-B3C5-B61A-7AA2937B3B65}"/>
              </a:ext>
            </a:extLst>
          </p:cNvPr>
          <p:cNvSpPr/>
          <p:nvPr/>
        </p:nvSpPr>
        <p:spPr>
          <a:xfrm>
            <a:off x="296263" y="942500"/>
            <a:ext cx="4673774" cy="83767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1CFE1-020F-9782-6475-18BE6332CB9F}"/>
              </a:ext>
            </a:extLst>
          </p:cNvPr>
          <p:cNvSpPr txBox="1"/>
          <p:nvPr/>
        </p:nvSpPr>
        <p:spPr>
          <a:xfrm>
            <a:off x="374551" y="1073596"/>
            <a:ext cx="459548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800" b="1">
                <a:solidFill>
                  <a:schemeClr val="accent4">
                    <a:lumMod val="76000"/>
                  </a:schemeClr>
                </a:solidFill>
                <a:latin typeface="Fira Sans Medium" panose="020B0603050000020004" pitchFamily="34" charset="0"/>
                <a:ea typeface="Roboto"/>
                <a:cs typeface="Roboto"/>
              </a:rPr>
              <a:t>Goal:</a:t>
            </a:r>
            <a:r>
              <a:rPr lang="en-US" sz="1200">
                <a:latin typeface="Roboto"/>
                <a:ea typeface="Roboto"/>
                <a:cs typeface="Roboto"/>
              </a:rPr>
              <a:t> </a:t>
            </a:r>
            <a:r>
              <a:rPr lang="en-US">
                <a:latin typeface="Roboto"/>
                <a:ea typeface="Roboto"/>
                <a:cs typeface="Roboto"/>
              </a:rPr>
              <a:t>Optimize control parameters in distributed MAS while ensuring </a:t>
            </a:r>
            <a:r>
              <a:rPr lang="en-US" b="1">
                <a:solidFill>
                  <a:schemeClr val="accent4">
                    <a:lumMod val="76000"/>
                  </a:schemeClr>
                </a:solidFill>
                <a:latin typeface="Roboto"/>
                <a:ea typeface="Roboto"/>
                <a:cs typeface="Roboto"/>
              </a:rPr>
              <a:t>safety</a:t>
            </a:r>
            <a:r>
              <a:rPr lang="en-US" b="1">
                <a:latin typeface="Roboto"/>
                <a:ea typeface="Roboto"/>
                <a:cs typeface="Roboto"/>
              </a:rPr>
              <a:t> </a:t>
            </a:r>
            <a:r>
              <a:rPr lang="en-US">
                <a:latin typeface="Roboto"/>
                <a:ea typeface="Roboto"/>
                <a:cs typeface="Roboto"/>
              </a:rPr>
              <a:t>and </a:t>
            </a:r>
            <a:r>
              <a:rPr lang="en-US" b="1">
                <a:solidFill>
                  <a:schemeClr val="accent4">
                    <a:lumMod val="76000"/>
                  </a:schemeClr>
                </a:solidFill>
                <a:latin typeface="Roboto"/>
                <a:ea typeface="Roboto"/>
                <a:cs typeface="Roboto"/>
              </a:rPr>
              <a:t>sample efficiency</a:t>
            </a:r>
            <a:endParaRPr lang="en-US" b="1">
              <a:solidFill>
                <a:schemeClr val="accent4">
                  <a:lumMod val="76000"/>
                </a:schemeClr>
              </a:solidFill>
              <a:ea typeface="Roboto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287D72-5098-6F30-16B5-A36E405EF114}"/>
              </a:ext>
            </a:extLst>
          </p:cNvPr>
          <p:cNvSpPr/>
          <p:nvPr/>
        </p:nvSpPr>
        <p:spPr>
          <a:xfrm>
            <a:off x="497066" y="2387782"/>
            <a:ext cx="8099680" cy="10228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5CCB8E-086A-AA5F-126B-94CFD5593C2C}"/>
              </a:ext>
            </a:extLst>
          </p:cNvPr>
          <p:cNvSpPr txBox="1"/>
          <p:nvPr/>
        </p:nvSpPr>
        <p:spPr>
          <a:xfrm>
            <a:off x="310029" y="1922304"/>
            <a:ext cx="4869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4">
                    <a:lumMod val="76000"/>
                  </a:schemeClr>
                </a:solidFill>
                <a:latin typeface="Fira Sans Medium"/>
                <a:ea typeface="Roboto"/>
                <a:cs typeface="Roboto"/>
              </a:rPr>
              <a:t>Safe policy optimization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C42E331-25B4-DA29-1DFE-93999030F83C}"/>
                  </a:ext>
                </a:extLst>
              </p:cNvPr>
              <p:cNvSpPr txBox="1"/>
              <p:nvPr/>
            </p:nvSpPr>
            <p:spPr>
              <a:xfrm>
                <a:off x="598966" y="2445121"/>
                <a:ext cx="883471" cy="426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b="1" i="1" smtClean="0">
                              <a:latin typeface="Cambria Math" panose="02040503050406030204" pitchFamily="18" charset="0"/>
                              <a:ea typeface="Roboto"/>
                              <a:cs typeface="Roboto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</m:ctrlPr>
                            </m:funcPr>
                            <m:fName>
                              <m:r>
                                <a:rPr lang="fr-F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𝒎𝒂𝒙</m:t>
                              </m:r>
                            </m:fName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𝒇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(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𝒂</m:t>
                              </m:r>
                              <m:r>
                                <a:rPr lang="fr-F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)</m:t>
                              </m:r>
                            </m:e>
                          </m:func>
                        </m:e>
                        <m:lim>
                          <m:r>
                            <a:rPr lang="ar-AE" b="1" i="1">
                              <a:latin typeface="Cambria Math" panose="02040503050406030204" pitchFamily="18" charset="0"/>
                              <a:ea typeface="Roboto"/>
                              <a:cs typeface="Roboto"/>
                            </a:rPr>
                            <m:t>𝒂</m:t>
                          </m:r>
                          <m:r>
                            <a:rPr lang="ar-AE" b="1" i="1">
                              <a:latin typeface="Cambria Math" panose="02040503050406030204" pitchFamily="18" charset="0"/>
                              <a:ea typeface="Roboto"/>
                              <a:cs typeface="Roboto"/>
                            </a:rPr>
                            <m:t>∈</m:t>
                          </m:r>
                          <m:sSup>
                            <m:sSupPr>
                              <m:ctrlPr>
                                <a:rPr lang="ar-A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</m:ctrlPr>
                            </m:sSupPr>
                            <m:e>
                              <m:r>
                                <a:rPr lang="ar-A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𝓐</m:t>
                              </m:r>
                            </m:e>
                            <m:sup>
                              <m:r>
                                <a:rPr lang="ar-AE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Roboto"/>
                                </a:rPr>
                                <m:t>𝑵</m:t>
                              </m:r>
                            </m:sup>
                          </m:sSup>
                        </m:lim>
                      </m:limLow>
                    </m:oMath>
                  </m:oMathPara>
                </a14:m>
                <a:endParaRPr lang="fr-FR" b="1" i="1">
                  <a:latin typeface="Cambria Math" panose="02040503050406030204" pitchFamily="18" charset="0"/>
                  <a:ea typeface="Cambria Math" panose="02040503050406030204" pitchFamily="18" charset="0"/>
                  <a:cs typeface="Roboto"/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C42E331-25B4-DA29-1DFE-93999030F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66" y="2445121"/>
                <a:ext cx="883471" cy="426399"/>
              </a:xfrm>
              <a:prstGeom prst="rect">
                <a:avLst/>
              </a:prstGeom>
              <a:blipFill>
                <a:blip r:embed="rId2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1661;p42">
            <a:extLst>
              <a:ext uri="{FF2B5EF4-FFF2-40B4-BE49-F238E27FC236}">
                <a16:creationId xmlns:a16="http://schemas.microsoft.com/office/drawing/2014/main" id="{2C3FC697-3F0C-0941-2A01-FC6607C0BE50}"/>
              </a:ext>
            </a:extLst>
          </p:cNvPr>
          <p:cNvSpPr/>
          <p:nvPr/>
        </p:nvSpPr>
        <p:spPr>
          <a:xfrm>
            <a:off x="5698951" y="3693572"/>
            <a:ext cx="2147756" cy="933300"/>
          </a:xfrm>
          <a:prstGeom prst="rightArrow">
            <a:avLst>
              <a:gd name="adj1" fmla="val 61398"/>
              <a:gd name="adj2" fmla="val 6930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662;p42">
            <a:extLst>
              <a:ext uri="{FF2B5EF4-FFF2-40B4-BE49-F238E27FC236}">
                <a16:creationId xmlns:a16="http://schemas.microsoft.com/office/drawing/2014/main" id="{4C31A711-B07D-25B5-15D5-B84F6251A26A}"/>
              </a:ext>
            </a:extLst>
          </p:cNvPr>
          <p:cNvSpPr/>
          <p:nvPr/>
        </p:nvSpPr>
        <p:spPr>
          <a:xfrm>
            <a:off x="4032670" y="3679447"/>
            <a:ext cx="2147757" cy="933300"/>
          </a:xfrm>
          <a:prstGeom prst="rightArrow">
            <a:avLst>
              <a:gd name="adj1" fmla="val 61398"/>
              <a:gd name="adj2" fmla="val 6930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663;p42">
            <a:extLst>
              <a:ext uri="{FF2B5EF4-FFF2-40B4-BE49-F238E27FC236}">
                <a16:creationId xmlns:a16="http://schemas.microsoft.com/office/drawing/2014/main" id="{6A41065F-A749-E26B-DD81-4ADC50D4936B}"/>
              </a:ext>
            </a:extLst>
          </p:cNvPr>
          <p:cNvSpPr/>
          <p:nvPr/>
        </p:nvSpPr>
        <p:spPr>
          <a:xfrm>
            <a:off x="2521440" y="3635511"/>
            <a:ext cx="2010900" cy="933300"/>
          </a:xfrm>
          <a:prstGeom prst="rightArrow">
            <a:avLst>
              <a:gd name="adj1" fmla="val 61398"/>
              <a:gd name="adj2" fmla="val 6930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DE">
              <a:latin typeface="Fira Sans Medium" panose="020B0603050000020004" pitchFamily="34" charset="0"/>
            </a:endParaRPr>
          </a:p>
        </p:txBody>
      </p:sp>
      <p:sp>
        <p:nvSpPr>
          <p:cNvPr id="15" name="Google Shape;1668;p42">
            <a:extLst>
              <a:ext uri="{FF2B5EF4-FFF2-40B4-BE49-F238E27FC236}">
                <a16:creationId xmlns:a16="http://schemas.microsoft.com/office/drawing/2014/main" id="{4D1C3F28-0E7C-F428-250E-B187D12336D0}"/>
              </a:ext>
            </a:extLst>
          </p:cNvPr>
          <p:cNvSpPr txBox="1"/>
          <p:nvPr/>
        </p:nvSpPr>
        <p:spPr>
          <a:xfrm>
            <a:off x="2624997" y="3881672"/>
            <a:ext cx="1671494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fr-FR" sz="1300" b="1">
                <a:solidFill>
                  <a:srgbClr val="FFFFFF"/>
                </a:solidFill>
                <a:latin typeface="Fira Sans Extra Condensed" panose="020B0503050000020004" pitchFamily="34" charset="0"/>
              </a:rPr>
              <a:t>NEAREST-NEIGHBOR COMMUNICATION</a:t>
            </a:r>
            <a:endParaRPr lang="fr-FR" sz="1300" b="1">
              <a:solidFill>
                <a:srgbClr val="FFFFFF"/>
              </a:solidFill>
              <a:latin typeface="Fira Sans Extra Condensed" panose="020B0503050000020004" pitchFamily="34" charset="0"/>
              <a:sym typeface="Fira Sans Extra Condensed"/>
            </a:endParaRPr>
          </a:p>
        </p:txBody>
      </p:sp>
      <p:sp>
        <p:nvSpPr>
          <p:cNvPr id="16" name="Google Shape;1669;p42">
            <a:extLst>
              <a:ext uri="{FF2B5EF4-FFF2-40B4-BE49-F238E27FC236}">
                <a16:creationId xmlns:a16="http://schemas.microsoft.com/office/drawing/2014/main" id="{59332F3F-94E0-E009-D624-9944D1F20AAC}"/>
              </a:ext>
            </a:extLst>
          </p:cNvPr>
          <p:cNvSpPr txBox="1"/>
          <p:nvPr/>
        </p:nvSpPr>
        <p:spPr>
          <a:xfrm>
            <a:off x="4462746" y="3934147"/>
            <a:ext cx="13845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fr-FR" sz="1300" b="1">
                <a:solidFill>
                  <a:srgbClr val="FFFFFF"/>
                </a:solidFill>
                <a:latin typeface="Fira Sans Extra Condensed"/>
              </a:rPr>
              <a:t>NON-OBSERVABLE</a:t>
            </a:r>
            <a:r>
              <a:rPr lang="fr-FR" sz="1200"/>
              <a:t> </a:t>
            </a:r>
            <a:r>
              <a:rPr lang="fr-FR" sz="1300" b="1">
                <a:solidFill>
                  <a:srgbClr val="FFFFFF"/>
                </a:solidFill>
                <a:latin typeface="Fira Sans Extra Condensed"/>
              </a:rPr>
              <a:t>SUBSPACES</a:t>
            </a:r>
            <a:endParaRPr lang="fr-FR" sz="1300" b="1">
              <a:solidFill>
                <a:srgbClr val="FFFFFF"/>
              </a:solidFill>
              <a:latin typeface="Fira Sans Extra Condensed"/>
              <a:sym typeface="Fira Sans Extra Condensed"/>
            </a:endParaRPr>
          </a:p>
        </p:txBody>
      </p:sp>
      <p:sp>
        <p:nvSpPr>
          <p:cNvPr id="17" name="Google Shape;1670;p42">
            <a:extLst>
              <a:ext uri="{FF2B5EF4-FFF2-40B4-BE49-F238E27FC236}">
                <a16:creationId xmlns:a16="http://schemas.microsoft.com/office/drawing/2014/main" id="{569284BE-D72F-599D-06F1-CB7EC144E54D}"/>
              </a:ext>
            </a:extLst>
          </p:cNvPr>
          <p:cNvSpPr txBox="1"/>
          <p:nvPr/>
        </p:nvSpPr>
        <p:spPr>
          <a:xfrm>
            <a:off x="6123915" y="3934147"/>
            <a:ext cx="14229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1300" b="1">
                <a:solidFill>
                  <a:srgbClr val="FFFFFF"/>
                </a:solidFill>
                <a:latin typeface="Fira Sans Extra Condensed"/>
              </a:rPr>
              <a:t>DISCONTINUOUS LOCAL REWARD</a:t>
            </a:r>
            <a:endParaRPr lang="fr-FR" sz="1300" b="1">
              <a:solidFill>
                <a:srgbClr val="FFFFFF"/>
              </a:solidFill>
              <a:latin typeface="Fira Sans Extra Condensed"/>
              <a:sym typeface="Fira Sans Extra Condensed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B6A6A66-02E9-37FD-DAF4-C60B36B81B5B}"/>
              </a:ext>
            </a:extLst>
          </p:cNvPr>
          <p:cNvSpPr txBox="1"/>
          <p:nvPr/>
        </p:nvSpPr>
        <p:spPr>
          <a:xfrm>
            <a:off x="1010936" y="3924275"/>
            <a:ext cx="1337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accent1">
                    <a:lumMod val="75000"/>
                  </a:schemeClr>
                </a:solidFill>
                <a:latin typeface="Fira Sans Medium" panose="020B0603050000020004" pitchFamily="34" charset="0"/>
                <a:ea typeface="Roboto"/>
                <a:cs typeface="Roboto"/>
              </a:rPr>
              <a:t>Key challenge</a:t>
            </a:r>
            <a:endParaRPr lang="fr-FR">
              <a:solidFill>
                <a:schemeClr val="accent1">
                  <a:lumMod val="75000"/>
                </a:schemeClr>
              </a:solidFill>
              <a:latin typeface="Fira Sans Medium" panose="020B06030500000200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7D0EE529-A733-C495-03E8-0DB2AB74F630}"/>
                  </a:ext>
                </a:extLst>
              </p:cNvPr>
              <p:cNvSpPr txBox="1"/>
              <p:nvPr/>
            </p:nvSpPr>
            <p:spPr>
              <a:xfrm>
                <a:off x="582996" y="3130703"/>
                <a:ext cx="4572000" cy="259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FR" sz="1000" kern="1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Control </a:t>
                </a:r>
                <a:r>
                  <a:rPr lang="fr-FR" sz="1000" kern="100" err="1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parameters</a:t>
                </a:r>
                <a:r>
                  <a:rPr lang="fr-FR" sz="1000" kern="1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of </a:t>
                </a:r>
                <a:r>
                  <a:rPr lang="fr-FR" sz="1000" kern="100" err="1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each</a:t>
                </a:r>
                <a:r>
                  <a:rPr lang="fr-FR" sz="1000" kern="1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agent j : a</a:t>
                </a:r>
                <a:r>
                  <a:rPr lang="fr-FR" sz="1000" kern="100" baseline="-250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</a:t>
                </a:r>
                <a:r>
                  <a:rPr lang="fr-FR" sz="1000" kern="100" baseline="300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(j)</a:t>
                </a:r>
                <a:r>
                  <a:rPr lang="fr-FR" sz="1000" kern="100">
                    <a:effectLst/>
                    <a:latin typeface="Cambria Math" panose="020405030504060302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∈ </a:t>
                </a:r>
                <a14:m>
                  <m:oMath xmlns:m="http://schemas.openxmlformats.org/officeDocument/2006/math">
                    <m:r>
                      <a:rPr lang="fr-FR" sz="1000">
                        <a:latin typeface="Cambria Math" panose="02040503050406030204" pitchFamily="18" charset="0"/>
                      </a:rPr>
                      <m:t>𝒜</m:t>
                    </m:r>
                    <m:r>
                      <a:rPr lang="fr-FR" sz="10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fr-FR" sz="1000" b="0" i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fr-FR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000" kern="100" dirty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fr-FR" sz="1000" b="0" i="0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000" b="0" i="0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fr-FR" sz="1000" b="0" i="0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fr-FR" sz="1000" b="0" i="0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fr-FR" sz="1000" b="0" i="1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…,</m:t>
                    </m:r>
                    <m:r>
                      <a:rPr lang="fr-FR" sz="1000" b="0" i="1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fr-FR" sz="1000" b="0" i="1" kern="100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fr-FR" sz="1000" kern="10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7D0EE529-A733-C495-03E8-0DB2AB74F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96" y="3130703"/>
                <a:ext cx="4572000" cy="259174"/>
              </a:xfrm>
              <a:prstGeom prst="rect">
                <a:avLst/>
              </a:prstGeom>
              <a:blipFill>
                <a:blip r:embed="rId3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Google Shape;590;p26">
            <a:extLst>
              <a:ext uri="{FF2B5EF4-FFF2-40B4-BE49-F238E27FC236}">
                <a16:creationId xmlns:a16="http://schemas.microsoft.com/office/drawing/2014/main" id="{E7B1C0B4-12D2-ACC6-A4C4-20A508B17B96}"/>
              </a:ext>
            </a:extLst>
          </p:cNvPr>
          <p:cNvSpPr/>
          <p:nvPr/>
        </p:nvSpPr>
        <p:spPr>
          <a:xfrm>
            <a:off x="992147" y="3765279"/>
            <a:ext cx="1308581" cy="647394"/>
          </a:xfrm>
          <a:prstGeom prst="roundRect">
            <a:avLst>
              <a:gd name="adj" fmla="val 16667"/>
            </a:avLst>
          </a:prstGeom>
          <a:noFill/>
          <a:ln w="317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8A4CF1E-5D81-BCE6-99A5-3358605B08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6A66CDD-16EB-430E-0AFD-23543220984D}"/>
                  </a:ext>
                </a:extLst>
              </p:cNvPr>
              <p:cNvSpPr txBox="1"/>
              <p:nvPr/>
            </p:nvSpPr>
            <p:spPr>
              <a:xfrm>
                <a:off x="4256680" y="2426508"/>
                <a:ext cx="1004714" cy="311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m:rPr>
                        <m:nor/>
                      </m:rPr>
                      <a:rPr lang="fr-FR"/>
                      <m:t>:</m:t>
                    </m:r>
                    <m:sSup>
                      <m:sSupPr>
                        <m:ctrlPr>
                          <a:rPr lang="fr-F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1">
                            <a:latin typeface="Cambria Math" panose="02040503050406030204" pitchFamily="18" charset="0"/>
                          </a:rPr>
                          <m:t>𝓐</m:t>
                        </m:r>
                      </m:e>
                      <m:sup>
                        <m:r>
                          <a:rPr lang="fr-FR" b="1" i="1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  <m:r>
                      <a:rPr lang="fr-FR" b="1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fr-FR" b="1" i="1">
                    <a:latin typeface="Cambria Math" panose="02040503050406030204" pitchFamily="18" charset="0"/>
                  </a:rPr>
                  <a:t> </a:t>
                </a:r>
                <a:r>
                  <a:rPr lang="fr-FR"/>
                  <a:t>ℝ</a:t>
                </a:r>
                <a:endParaRPr lang="fr-FR" b="1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B6A66CDD-16EB-430E-0AFD-235432209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680" y="2426508"/>
                <a:ext cx="1004714" cy="311560"/>
              </a:xfrm>
              <a:prstGeom prst="rect">
                <a:avLst/>
              </a:prstGeom>
              <a:blipFill>
                <a:blip r:embed="rId4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5D435FEF-7D76-ABA1-2968-3AC8A98E8782}"/>
              </a:ext>
            </a:extLst>
          </p:cNvPr>
          <p:cNvSpPr txBox="1"/>
          <p:nvPr/>
        </p:nvSpPr>
        <p:spPr>
          <a:xfrm>
            <a:off x="3698307" y="2440633"/>
            <a:ext cx="619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where</a:t>
            </a:r>
            <a:r>
              <a:rPr lang="fr-FR"/>
              <a:t>  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4060273-E29D-F175-E547-75A201A2A8BF}"/>
              </a:ext>
            </a:extLst>
          </p:cNvPr>
          <p:cNvSpPr txBox="1"/>
          <p:nvPr/>
        </p:nvSpPr>
        <p:spPr>
          <a:xfrm>
            <a:off x="1468412" y="2476672"/>
            <a:ext cx="12539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subject</a:t>
            </a:r>
            <a:r>
              <a:rPr lang="fr-FR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4E6EEEB8-50B0-2655-D361-6113E99085C7}"/>
                  </a:ext>
                </a:extLst>
              </p:cNvPr>
              <p:cNvSpPr txBox="1"/>
              <p:nvPr/>
            </p:nvSpPr>
            <p:spPr>
              <a:xfrm>
                <a:off x="2092944" y="2433571"/>
                <a:ext cx="18080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𝒇</m:t>
                      </m:r>
                      <m:d>
                        <m:d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</a:rPr>
                          </m:ctrlPr>
                        </m:d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</a:rPr>
                            <m:t>𝒂</m:t>
                          </m:r>
                          <m:r>
                            <a:rPr lang="fr-FR" b="1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Roboto"/>
                            </a:rPr>
                            <m:t>𝒕</m:t>
                          </m:r>
                        </m:e>
                      </m:d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≥</m:t>
                      </m:r>
                      <m:r>
                        <a:rPr lang="ar-AE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𝒉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,</m:t>
                      </m:r>
                      <m:r>
                        <m:rPr>
                          <m:nor/>
                        </m:rP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∀ </m:t>
                      </m:r>
                      <m:r>
                        <m:rPr>
                          <m:nor/>
                        </m:rP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t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≥</m:t>
                      </m:r>
                      <m:r>
                        <a:rPr lang="fr-FR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𝟏</m:t>
                      </m:r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4E6EEEB8-50B0-2655-D361-6113E9908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944" y="2433571"/>
                <a:ext cx="1808018" cy="307777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ZoneTexte 28">
            <a:extLst>
              <a:ext uri="{FF2B5EF4-FFF2-40B4-BE49-F238E27FC236}">
                <a16:creationId xmlns:a16="http://schemas.microsoft.com/office/drawing/2014/main" id="{40F60F29-B33C-2AFF-2D11-C8DAE67351DD}"/>
              </a:ext>
            </a:extLst>
          </p:cNvPr>
          <p:cNvSpPr txBox="1"/>
          <p:nvPr/>
        </p:nvSpPr>
        <p:spPr>
          <a:xfrm>
            <a:off x="5090851" y="2462452"/>
            <a:ext cx="19643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global reward function</a:t>
            </a:r>
            <a:endParaRPr lang="fr-FR"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DDE2ACA5-21D5-240F-612B-BB1AEDA535DE}"/>
                  </a:ext>
                </a:extLst>
              </p:cNvPr>
              <p:cNvSpPr txBox="1"/>
              <p:nvPr/>
            </p:nvSpPr>
            <p:spPr>
              <a:xfrm>
                <a:off x="4240039" y="2736087"/>
                <a:ext cx="68439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𝒉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 </m:t>
                      </m:r>
                      <m:r>
                        <m:rPr>
                          <m:nor/>
                        </m:rPr>
                        <a:rPr lang="fr-FR" kern="100" dirty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fr-FR" b="0" i="0" kern="100" dirty="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dirty="0"/>
                        <m:t>ℝ</m:t>
                      </m:r>
                    </m:oMath>
                  </m:oMathPara>
                </a14:m>
                <a:endParaRPr lang="fr-FR" b="1" i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DDE2ACA5-21D5-240F-612B-BB1AEDA53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039" y="2736087"/>
                <a:ext cx="68439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ZoneTexte 32">
            <a:extLst>
              <a:ext uri="{FF2B5EF4-FFF2-40B4-BE49-F238E27FC236}">
                <a16:creationId xmlns:a16="http://schemas.microsoft.com/office/drawing/2014/main" id="{78AAB592-12B7-30DA-0E03-E197B20405BE}"/>
              </a:ext>
            </a:extLst>
          </p:cNvPr>
          <p:cNvSpPr txBox="1"/>
          <p:nvPr/>
        </p:nvSpPr>
        <p:spPr>
          <a:xfrm>
            <a:off x="4710548" y="2758402"/>
            <a:ext cx="19290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safety threshold</a:t>
            </a:r>
            <a:endParaRPr lang="fr-FR"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BFAC0339-6440-4979-04A4-F5BB0A1F6402}"/>
                  </a:ext>
                </a:extLst>
              </p:cNvPr>
              <p:cNvSpPr txBox="1"/>
              <p:nvPr/>
            </p:nvSpPr>
            <p:spPr>
              <a:xfrm>
                <a:off x="4239491" y="3010554"/>
                <a:ext cx="23190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Roboto"/>
                        </a:rPr>
                        <m:t>t</m:t>
                      </m:r>
                    </m:oMath>
                  </m:oMathPara>
                </a14:m>
                <a:endParaRPr lang="fr-FR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BFAC0339-6440-4979-04A4-F5BB0A1F6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491" y="3010554"/>
                <a:ext cx="23190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ZoneTexte 36">
            <a:extLst>
              <a:ext uri="{FF2B5EF4-FFF2-40B4-BE49-F238E27FC236}">
                <a16:creationId xmlns:a16="http://schemas.microsoft.com/office/drawing/2014/main" id="{1E8CFBEE-25CB-2886-B4AA-65A925891049}"/>
              </a:ext>
            </a:extLst>
          </p:cNvPr>
          <p:cNvSpPr txBox="1"/>
          <p:nvPr/>
        </p:nvSpPr>
        <p:spPr>
          <a:xfrm>
            <a:off x="4395200" y="3036919"/>
            <a:ext cx="42239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Safe Bayesian Optimization iteration</a:t>
            </a:r>
            <a:endParaRPr lang="fr-FR"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Flèche : virage 37">
            <a:extLst>
              <a:ext uri="{FF2B5EF4-FFF2-40B4-BE49-F238E27FC236}">
                <a16:creationId xmlns:a16="http://schemas.microsoft.com/office/drawing/2014/main" id="{9B422DA7-4C05-C6CD-A42D-3451E8850AC4}"/>
              </a:ext>
            </a:extLst>
          </p:cNvPr>
          <p:cNvSpPr/>
          <p:nvPr/>
        </p:nvSpPr>
        <p:spPr>
          <a:xfrm rot="5400000">
            <a:off x="5096798" y="1550440"/>
            <a:ext cx="750223" cy="584775"/>
          </a:xfrm>
          <a:prstGeom prst="bent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70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86FBF-94D8-A28A-8F3D-C1934DBB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05;p43">
            <a:extLst>
              <a:ext uri="{FF2B5EF4-FFF2-40B4-BE49-F238E27FC236}">
                <a16:creationId xmlns:a16="http://schemas.microsoft.com/office/drawing/2014/main" id="{1DCF9111-51AD-E09C-6440-F6DDF34F9B9C}"/>
              </a:ext>
            </a:extLst>
          </p:cNvPr>
          <p:cNvSpPr/>
          <p:nvPr/>
        </p:nvSpPr>
        <p:spPr>
          <a:xfrm>
            <a:off x="541895" y="2702409"/>
            <a:ext cx="3369705" cy="2098191"/>
          </a:xfrm>
          <a:prstGeom prst="downArrowCallout">
            <a:avLst>
              <a:gd name="adj1" fmla="val 27918"/>
              <a:gd name="adj2" fmla="val 13959"/>
              <a:gd name="adj3" fmla="val 19117"/>
              <a:gd name="adj4" fmla="val 79879"/>
            </a:avLst>
          </a:prstGeom>
          <a:solidFill>
            <a:srgbClr val="FFFFFF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lang="en-US" sz="1200">
              <a:latin typeface="Fira Sans Medium" panose="020F0502020204030204" pitchFamily="34" charset="0"/>
              <a:ea typeface="Roboto"/>
              <a:cs typeface="Roboto"/>
            </a:endParaRPr>
          </a:p>
        </p:txBody>
      </p:sp>
      <p:sp>
        <p:nvSpPr>
          <p:cNvPr id="2" name="Google Shape;56;p15">
            <a:extLst>
              <a:ext uri="{FF2B5EF4-FFF2-40B4-BE49-F238E27FC236}">
                <a16:creationId xmlns:a16="http://schemas.microsoft.com/office/drawing/2014/main" id="{F2408026-2F51-0FCB-7215-A64D5D7E7F8C}"/>
              </a:ext>
            </a:extLst>
          </p:cNvPr>
          <p:cNvSpPr txBox="1"/>
          <p:nvPr/>
        </p:nvSpPr>
        <p:spPr>
          <a:xfrm>
            <a:off x="241949" y="300499"/>
            <a:ext cx="8763155" cy="77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961D3B"/>
                </a:solidFill>
                <a:latin typeface="Fira Sans Extra Condensed"/>
              </a:rPr>
              <a:t>Gaussian Processes for Safe Bayesian Optimization</a:t>
            </a:r>
            <a:endParaRPr lang="en-US" sz="3200" b="1">
              <a:solidFill>
                <a:srgbClr val="961D3B"/>
              </a:solidFill>
              <a:latin typeface="Fira Sans Extra Condense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38026-5FBE-703D-52CA-B41625879C6E}"/>
              </a:ext>
            </a:extLst>
          </p:cNvPr>
          <p:cNvSpPr txBox="1"/>
          <p:nvPr/>
        </p:nvSpPr>
        <p:spPr>
          <a:xfrm>
            <a:off x="379978" y="2253654"/>
            <a:ext cx="174124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accent1"/>
                </a:solidFill>
                <a:latin typeface="Fira Sans Extra Condensed"/>
              </a:rPr>
              <a:t>Why use GPs?</a:t>
            </a:r>
          </a:p>
          <a:p>
            <a:pPr algn="ctr"/>
            <a:endParaRPr lang="en-US"/>
          </a:p>
        </p:txBody>
      </p:sp>
      <p:sp>
        <p:nvSpPr>
          <p:cNvPr id="10" name="Google Shape;1700;p43">
            <a:extLst>
              <a:ext uri="{FF2B5EF4-FFF2-40B4-BE49-F238E27FC236}">
                <a16:creationId xmlns:a16="http://schemas.microsoft.com/office/drawing/2014/main" id="{0D0814B3-BF36-4B4B-FACA-63FB7D4FF7AA}"/>
              </a:ext>
            </a:extLst>
          </p:cNvPr>
          <p:cNvSpPr/>
          <p:nvPr/>
        </p:nvSpPr>
        <p:spPr>
          <a:xfrm rot="10800000">
            <a:off x="543967" y="948446"/>
            <a:ext cx="3154507" cy="1305205"/>
          </a:xfrm>
          <a:prstGeom prst="downArrowCallout">
            <a:avLst>
              <a:gd name="adj1" fmla="val 34754"/>
              <a:gd name="adj2" fmla="val 15591"/>
              <a:gd name="adj3" fmla="val 21973"/>
              <a:gd name="adj4" fmla="val 79879"/>
            </a:avLst>
          </a:prstGeom>
          <a:solidFill>
            <a:srgbClr val="FFFFFF"/>
          </a:solidFill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ED144D5-EE0D-C7FB-4468-A64CFBFDEA30}"/>
              </a:ext>
            </a:extLst>
          </p:cNvPr>
          <p:cNvSpPr txBox="1"/>
          <p:nvPr/>
        </p:nvSpPr>
        <p:spPr>
          <a:xfrm>
            <a:off x="543012" y="1319453"/>
            <a:ext cx="31545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>
                <a:latin typeface="Fira Sans Medium" panose="020F0502020204030204" pitchFamily="34" charset="0"/>
                <a:ea typeface="Roboto"/>
                <a:cs typeface="Roboto"/>
              </a:rPr>
              <a:t>Unknown reward function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>
                <a:latin typeface="Fira Sans Medium" panose="020F0502020204030204" pitchFamily="34" charset="0"/>
                <a:ea typeface="Roboto"/>
                <a:cs typeface="Roboto"/>
              </a:rPr>
              <a:t>Expensive real-world evaluations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>
                <a:latin typeface="Fira Sans Medium" panose="020F0502020204030204" pitchFamily="34" charset="0"/>
                <a:ea typeface="Roboto"/>
                <a:cs typeface="Roboto"/>
              </a:rPr>
              <a:t>Need for sample-efficient learning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>
                <a:latin typeface="Fira Sans Medium" panose="020F0502020204030204" pitchFamily="34" charset="0"/>
                <a:ea typeface="Roboto"/>
                <a:cs typeface="Roboto"/>
              </a:rPr>
              <a:t>Need for uncertainty estimation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88CBBD9-CCB6-B120-5AFE-C868AB155D71}"/>
              </a:ext>
            </a:extLst>
          </p:cNvPr>
          <p:cNvSpPr txBox="1"/>
          <p:nvPr/>
        </p:nvSpPr>
        <p:spPr>
          <a:xfrm>
            <a:off x="4344553" y="1304184"/>
            <a:ext cx="15736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err="1">
                <a:solidFill>
                  <a:srgbClr val="C9274F"/>
                </a:solidFill>
                <a:latin typeface="Fira Sans Extra Condensed"/>
              </a:rPr>
              <a:t>SafeOpt</a:t>
            </a:r>
            <a:r>
              <a:rPr lang="en-US" sz="2000" b="1">
                <a:solidFill>
                  <a:srgbClr val="C9274F"/>
                </a:solidFill>
                <a:latin typeface="Fira Sans Extra Condensed"/>
              </a:rPr>
              <a:t> principle</a:t>
            </a:r>
          </a:p>
        </p:txBody>
      </p:sp>
      <p:sp>
        <p:nvSpPr>
          <p:cNvPr id="21" name="Google Shape;590;p26">
            <a:extLst>
              <a:ext uri="{FF2B5EF4-FFF2-40B4-BE49-F238E27FC236}">
                <a16:creationId xmlns:a16="http://schemas.microsoft.com/office/drawing/2014/main" id="{4006939A-54D2-4177-D538-A4D7743FFCD2}"/>
              </a:ext>
            </a:extLst>
          </p:cNvPr>
          <p:cNvSpPr/>
          <p:nvPr/>
        </p:nvSpPr>
        <p:spPr>
          <a:xfrm>
            <a:off x="6528578" y="3766530"/>
            <a:ext cx="2064329" cy="738664"/>
          </a:xfrm>
          <a:prstGeom prst="roundRect">
            <a:avLst>
              <a:gd name="adj" fmla="val 16667"/>
            </a:avLst>
          </a:prstGeom>
          <a:solidFill>
            <a:srgbClr val="961D3B"/>
          </a:solidFill>
          <a:ln w="19050" cap="flat" cmpd="sng">
            <a:solidFill>
              <a:srgbClr val="961D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7EE2A6B3-8F32-E2CD-4A05-1CC660175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53" y="2791846"/>
            <a:ext cx="3117546" cy="1512997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7EACF8D6-71E4-79FB-487D-DAFECC7C2334}"/>
              </a:ext>
            </a:extLst>
          </p:cNvPr>
          <p:cNvSpPr txBox="1"/>
          <p:nvPr/>
        </p:nvSpPr>
        <p:spPr>
          <a:xfrm>
            <a:off x="0" y="4892273"/>
            <a:ext cx="89812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Figure by Abdullah Tokmak, </a:t>
            </a:r>
            <a:r>
              <a:rPr lang="fr-FR" sz="800" i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</a:t>
            </a:r>
            <a:r>
              <a:rPr lang="en-US" sz="800" i="1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owards</a:t>
            </a:r>
            <a:r>
              <a:rPr lang="en-US" sz="800" i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safe control parameter tuning in </a:t>
            </a:r>
            <a:r>
              <a:rPr lang="fr-FR" sz="800" i="1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distributed</a:t>
            </a:r>
            <a:r>
              <a:rPr lang="fr-FR" sz="800" i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multi-agent </a:t>
            </a:r>
            <a:r>
              <a:rPr lang="fr-FR" sz="800" i="1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systems</a:t>
            </a:r>
            <a:r>
              <a:rPr lang="fr-FR" sz="800" i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8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64th IEEE Conference on Decision and Control (CDC 2025), December 11, 2025</a:t>
            </a:r>
          </a:p>
        </p:txBody>
      </p:sp>
      <p:cxnSp>
        <p:nvCxnSpPr>
          <p:cNvPr id="6" name="Google Shape;1694;p43">
            <a:extLst>
              <a:ext uri="{FF2B5EF4-FFF2-40B4-BE49-F238E27FC236}">
                <a16:creationId xmlns:a16="http://schemas.microsoft.com/office/drawing/2014/main" id="{6885B440-E178-DA11-05FA-2929B34F883C}"/>
              </a:ext>
            </a:extLst>
          </p:cNvPr>
          <p:cNvCxnSpPr>
            <a:cxnSpLocks/>
          </p:cNvCxnSpPr>
          <p:nvPr/>
        </p:nvCxnSpPr>
        <p:spPr>
          <a:xfrm>
            <a:off x="4972050" y="2370626"/>
            <a:ext cx="3663834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" name="Google Shape;1698;p43">
            <a:extLst>
              <a:ext uri="{FF2B5EF4-FFF2-40B4-BE49-F238E27FC236}">
                <a16:creationId xmlns:a16="http://schemas.microsoft.com/office/drawing/2014/main" id="{71954D71-788B-DEA5-DCA0-81A0BD9C59EF}"/>
              </a:ext>
            </a:extLst>
          </p:cNvPr>
          <p:cNvSpPr/>
          <p:nvPr/>
        </p:nvSpPr>
        <p:spPr>
          <a:xfrm>
            <a:off x="7992330" y="2224988"/>
            <a:ext cx="304800" cy="3048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715;p43">
            <a:extLst>
              <a:ext uri="{FF2B5EF4-FFF2-40B4-BE49-F238E27FC236}">
                <a16:creationId xmlns:a16="http://schemas.microsoft.com/office/drawing/2014/main" id="{EF7E85A6-BC4E-5822-ACB6-3E3ECAB16324}"/>
              </a:ext>
            </a:extLst>
          </p:cNvPr>
          <p:cNvSpPr/>
          <p:nvPr/>
        </p:nvSpPr>
        <p:spPr>
          <a:xfrm>
            <a:off x="7300018" y="1178826"/>
            <a:ext cx="1653559" cy="1123949"/>
          </a:xfrm>
          <a:prstGeom prst="downArrowCallout">
            <a:avLst>
              <a:gd name="adj1" fmla="val 34754"/>
              <a:gd name="adj2" fmla="val 17377"/>
              <a:gd name="adj3" fmla="val 21973"/>
              <a:gd name="adj4" fmla="val 79879"/>
            </a:avLst>
          </a:prstGeom>
          <a:solidFill>
            <a:srgbClr val="FFFFFF"/>
          </a:solidFill>
          <a:ln w="19050" cap="flat" cmpd="sng">
            <a:solidFill>
              <a:srgbClr val="C9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695;p43">
            <a:extLst>
              <a:ext uri="{FF2B5EF4-FFF2-40B4-BE49-F238E27FC236}">
                <a16:creationId xmlns:a16="http://schemas.microsoft.com/office/drawing/2014/main" id="{2FB5E637-FF36-A7A6-F88F-065544253F6C}"/>
              </a:ext>
            </a:extLst>
          </p:cNvPr>
          <p:cNvSpPr/>
          <p:nvPr/>
        </p:nvSpPr>
        <p:spPr>
          <a:xfrm>
            <a:off x="5214122" y="2224988"/>
            <a:ext cx="304800" cy="3048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696;p43">
            <a:extLst>
              <a:ext uri="{FF2B5EF4-FFF2-40B4-BE49-F238E27FC236}">
                <a16:creationId xmlns:a16="http://schemas.microsoft.com/office/drawing/2014/main" id="{969CAFFB-0D03-BD66-95D5-6BC48DC70F3A}"/>
              </a:ext>
            </a:extLst>
          </p:cNvPr>
          <p:cNvSpPr/>
          <p:nvPr/>
        </p:nvSpPr>
        <p:spPr>
          <a:xfrm>
            <a:off x="6150302" y="2212144"/>
            <a:ext cx="304800" cy="3048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697;p43">
            <a:extLst>
              <a:ext uri="{FF2B5EF4-FFF2-40B4-BE49-F238E27FC236}">
                <a16:creationId xmlns:a16="http://schemas.microsoft.com/office/drawing/2014/main" id="{F624AAD3-6BF4-61A2-8540-B000BAB4B8C0}"/>
              </a:ext>
            </a:extLst>
          </p:cNvPr>
          <p:cNvSpPr/>
          <p:nvPr/>
        </p:nvSpPr>
        <p:spPr>
          <a:xfrm>
            <a:off x="7183407" y="2216483"/>
            <a:ext cx="304800" cy="3048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700;p43">
            <a:extLst>
              <a:ext uri="{FF2B5EF4-FFF2-40B4-BE49-F238E27FC236}">
                <a16:creationId xmlns:a16="http://schemas.microsoft.com/office/drawing/2014/main" id="{3993EFC3-B823-D994-1339-57808649B35F}"/>
              </a:ext>
            </a:extLst>
          </p:cNvPr>
          <p:cNvSpPr/>
          <p:nvPr/>
        </p:nvSpPr>
        <p:spPr>
          <a:xfrm rot="10800000">
            <a:off x="4624919" y="2384652"/>
            <a:ext cx="1491816" cy="1157273"/>
          </a:xfrm>
          <a:prstGeom prst="downArrowCallout">
            <a:avLst>
              <a:gd name="adj1" fmla="val 34754"/>
              <a:gd name="adj2" fmla="val 17377"/>
              <a:gd name="adj3" fmla="val 21973"/>
              <a:gd name="adj4" fmla="val 79879"/>
            </a:avLst>
          </a:prstGeom>
          <a:solidFill>
            <a:srgbClr val="FFFFFF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04;p43">
            <a:extLst>
              <a:ext uri="{FF2B5EF4-FFF2-40B4-BE49-F238E27FC236}">
                <a16:creationId xmlns:a16="http://schemas.microsoft.com/office/drawing/2014/main" id="{C6BDAEB0-DC03-3F4C-CFA8-2B53B9E00A64}"/>
              </a:ext>
            </a:extLst>
          </p:cNvPr>
          <p:cNvSpPr txBox="1"/>
          <p:nvPr/>
        </p:nvSpPr>
        <p:spPr>
          <a:xfrm>
            <a:off x="4623527" y="2985351"/>
            <a:ext cx="149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Learn with GP</a:t>
            </a:r>
            <a:endParaRPr sz="16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" name="Google Shape;1705;p43">
            <a:extLst>
              <a:ext uri="{FF2B5EF4-FFF2-40B4-BE49-F238E27FC236}">
                <a16:creationId xmlns:a16="http://schemas.microsoft.com/office/drawing/2014/main" id="{51C5C5AB-0ADC-2882-7998-4B5BFE3DFB73}"/>
              </a:ext>
            </a:extLst>
          </p:cNvPr>
          <p:cNvSpPr/>
          <p:nvPr/>
        </p:nvSpPr>
        <p:spPr>
          <a:xfrm rot="10800000">
            <a:off x="6503723" y="2394751"/>
            <a:ext cx="1623075" cy="1181199"/>
          </a:xfrm>
          <a:prstGeom prst="downArrowCallout">
            <a:avLst>
              <a:gd name="adj1" fmla="val 34754"/>
              <a:gd name="adj2" fmla="val 17377"/>
              <a:gd name="adj3" fmla="val 21973"/>
              <a:gd name="adj4" fmla="val 79879"/>
            </a:avLst>
          </a:prstGeom>
          <a:solidFill>
            <a:srgbClr val="FFFFFF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09;p43">
            <a:extLst>
              <a:ext uri="{FF2B5EF4-FFF2-40B4-BE49-F238E27FC236}">
                <a16:creationId xmlns:a16="http://schemas.microsoft.com/office/drawing/2014/main" id="{2F40B164-BE5C-FDFA-A8A7-D815EA44DB4E}"/>
              </a:ext>
            </a:extLst>
          </p:cNvPr>
          <p:cNvSpPr txBox="1"/>
          <p:nvPr/>
        </p:nvSpPr>
        <p:spPr>
          <a:xfrm>
            <a:off x="6569351" y="2985351"/>
            <a:ext cx="1491818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Define Safe Set using LCB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" name="Google Shape;1715;p43">
            <a:extLst>
              <a:ext uri="{FF2B5EF4-FFF2-40B4-BE49-F238E27FC236}">
                <a16:creationId xmlns:a16="http://schemas.microsoft.com/office/drawing/2014/main" id="{66525C68-56D2-5CD1-76DC-9C9A9A406CB2}"/>
              </a:ext>
            </a:extLst>
          </p:cNvPr>
          <p:cNvSpPr/>
          <p:nvPr/>
        </p:nvSpPr>
        <p:spPr>
          <a:xfrm>
            <a:off x="5459834" y="1187844"/>
            <a:ext cx="1653559" cy="1123949"/>
          </a:xfrm>
          <a:prstGeom prst="downArrowCallout">
            <a:avLst>
              <a:gd name="adj1" fmla="val 34754"/>
              <a:gd name="adj2" fmla="val 17377"/>
              <a:gd name="adj3" fmla="val 21973"/>
              <a:gd name="adj4" fmla="val 79879"/>
            </a:avLst>
          </a:prstGeom>
          <a:solidFill>
            <a:srgbClr val="FFFFFF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719;p43">
            <a:extLst>
              <a:ext uri="{FF2B5EF4-FFF2-40B4-BE49-F238E27FC236}">
                <a16:creationId xmlns:a16="http://schemas.microsoft.com/office/drawing/2014/main" id="{BAE644B0-8451-C222-845E-8E7CD1B944DB}"/>
              </a:ext>
            </a:extLst>
          </p:cNvPr>
          <p:cNvSpPr txBox="1"/>
          <p:nvPr/>
        </p:nvSpPr>
        <p:spPr>
          <a:xfrm>
            <a:off x="5555402" y="1497681"/>
            <a:ext cx="149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Build confidence intervals</a:t>
            </a:r>
            <a:endParaRPr sz="1600" b="1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" name="Google Shape;1724;p43">
            <a:extLst>
              <a:ext uri="{FF2B5EF4-FFF2-40B4-BE49-F238E27FC236}">
                <a16:creationId xmlns:a16="http://schemas.microsoft.com/office/drawing/2014/main" id="{F2216CAF-A2E2-FAEC-4483-B29EB4EC35EC}"/>
              </a:ext>
            </a:extLst>
          </p:cNvPr>
          <p:cNvSpPr txBox="1"/>
          <p:nvPr/>
        </p:nvSpPr>
        <p:spPr>
          <a:xfrm>
            <a:off x="7397430" y="1497681"/>
            <a:ext cx="149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Explore safe actions only</a:t>
            </a:r>
            <a:endParaRPr sz="1600" b="1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A58B21-6B55-13BF-6C4E-FC830EB06613}"/>
                  </a:ext>
                </a:extLst>
              </p:cNvPr>
              <p:cNvSpPr txBox="1"/>
              <p:nvPr/>
            </p:nvSpPr>
            <p:spPr>
              <a:xfrm>
                <a:off x="6537776" y="3880135"/>
                <a:ext cx="2064329" cy="73866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1" smtClean="0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</a:rPr>
                        <m:t>LCB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𝜷𝝈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b="1" i="1">
                  <a:solidFill>
                    <a:schemeClr val="bg1"/>
                  </a:solidFill>
                  <a:latin typeface="Roboto"/>
                  <a:ea typeface="Roboto"/>
                  <a:cs typeface="Roboto"/>
                </a:endParaRPr>
              </a:p>
              <a:p>
                <a:pPr marL="228600" indent="-2286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1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</a:rPr>
                        <m:t>safe</m:t>
                      </m:r>
                      <m:r>
                        <m:rPr>
                          <m:nor/>
                        </m:rPr>
                        <a:rPr lang="en-US" b="1" i="1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1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</a:rPr>
                        <m:t>if</m:t>
                      </m:r>
                      <m:r>
                        <m:rPr>
                          <m:nor/>
                        </m:rPr>
                        <a:rPr lang="en-US" b="1" i="1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1">
                          <a:solidFill>
                            <a:schemeClr val="bg1"/>
                          </a:solidFill>
                          <a:latin typeface="Roboto"/>
                          <a:ea typeface="Roboto"/>
                          <a:cs typeface="Roboto"/>
                        </a:rPr>
                        <m:t>LCB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lang="en-US" b="1" i="1">
                  <a:solidFill>
                    <a:schemeClr val="bg1"/>
                  </a:solidFill>
                  <a:latin typeface="Roboto"/>
                  <a:ea typeface="Roboto"/>
                  <a:cs typeface="Roboto"/>
                </a:endParaRPr>
              </a:p>
              <a:p>
                <a:pPr algn="ctr"/>
                <a:endParaRPr lang="en-US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A58B21-6B55-13BF-6C4E-FC830EB06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776" y="3880135"/>
                <a:ext cx="2064329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2113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30BCB760-426E-ACFC-77E5-7574A9A47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1B3DE461-1CC8-E26B-4AE6-EE5972BB4599}"/>
              </a:ext>
            </a:extLst>
          </p:cNvPr>
          <p:cNvSpPr/>
          <p:nvPr/>
        </p:nvSpPr>
        <p:spPr>
          <a:xfrm>
            <a:off x="2256373" y="2002944"/>
            <a:ext cx="1085411" cy="1085411"/>
          </a:xfrm>
          <a:custGeom>
            <a:avLst/>
            <a:gdLst/>
            <a:ahLst/>
            <a:cxnLst/>
            <a:rect l="l" t="t" r="r" b="b"/>
            <a:pathLst>
              <a:path w="10921" h="10921" extrusionOk="0">
                <a:moveTo>
                  <a:pt x="5458" y="1"/>
                </a:moveTo>
                <a:cubicBezTo>
                  <a:pt x="2446" y="1"/>
                  <a:pt x="1" y="2446"/>
                  <a:pt x="1" y="5464"/>
                </a:cubicBezTo>
                <a:cubicBezTo>
                  <a:pt x="1" y="8475"/>
                  <a:pt x="2446" y="10921"/>
                  <a:pt x="5458" y="10921"/>
                </a:cubicBezTo>
                <a:cubicBezTo>
                  <a:pt x="8475" y="10921"/>
                  <a:pt x="10921" y="8475"/>
                  <a:pt x="10921" y="5464"/>
                </a:cubicBezTo>
                <a:cubicBezTo>
                  <a:pt x="10921" y="2446"/>
                  <a:pt x="8475" y="1"/>
                  <a:pt x="5458" y="1"/>
                </a:cubicBezTo>
                <a:close/>
              </a:path>
            </a:pathLst>
          </a:custGeom>
          <a:solidFill>
            <a:srgbClr val="6514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C5727A82-0581-3078-D576-19C5F0895F67}"/>
              </a:ext>
            </a:extLst>
          </p:cNvPr>
          <p:cNvSpPr/>
          <p:nvPr/>
        </p:nvSpPr>
        <p:spPr>
          <a:xfrm>
            <a:off x="2226403" y="1976905"/>
            <a:ext cx="1137589" cy="1137589"/>
          </a:xfrm>
          <a:custGeom>
            <a:avLst/>
            <a:gdLst/>
            <a:ahLst/>
            <a:cxnLst/>
            <a:rect l="l" t="t" r="r" b="b"/>
            <a:pathLst>
              <a:path w="11446" h="11446" extrusionOk="0">
                <a:moveTo>
                  <a:pt x="5720" y="526"/>
                </a:moveTo>
                <a:cubicBezTo>
                  <a:pt x="8591" y="526"/>
                  <a:pt x="10920" y="2854"/>
                  <a:pt x="10920" y="5726"/>
                </a:cubicBezTo>
                <a:cubicBezTo>
                  <a:pt x="10920" y="8591"/>
                  <a:pt x="8591" y="10926"/>
                  <a:pt x="5720" y="10926"/>
                </a:cubicBezTo>
                <a:cubicBezTo>
                  <a:pt x="2854" y="10926"/>
                  <a:pt x="520" y="8591"/>
                  <a:pt x="520" y="5726"/>
                </a:cubicBezTo>
                <a:cubicBezTo>
                  <a:pt x="520" y="2854"/>
                  <a:pt x="2854" y="526"/>
                  <a:pt x="5720" y="526"/>
                </a:cubicBezTo>
                <a:close/>
                <a:moveTo>
                  <a:pt x="5720" y="0"/>
                </a:moveTo>
                <a:cubicBezTo>
                  <a:pt x="2568" y="0"/>
                  <a:pt x="0" y="2568"/>
                  <a:pt x="0" y="5726"/>
                </a:cubicBezTo>
                <a:cubicBezTo>
                  <a:pt x="0" y="8877"/>
                  <a:pt x="2568" y="11445"/>
                  <a:pt x="5720" y="11445"/>
                </a:cubicBezTo>
                <a:cubicBezTo>
                  <a:pt x="8877" y="11445"/>
                  <a:pt x="11445" y="8877"/>
                  <a:pt x="11445" y="5726"/>
                </a:cubicBezTo>
                <a:cubicBezTo>
                  <a:pt x="11445" y="2568"/>
                  <a:pt x="8877" y="0"/>
                  <a:pt x="5720" y="0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6514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A390EE8D-CD9E-5A29-0B81-D86800E7A130}"/>
              </a:ext>
            </a:extLst>
          </p:cNvPr>
          <p:cNvSpPr/>
          <p:nvPr/>
        </p:nvSpPr>
        <p:spPr>
          <a:xfrm>
            <a:off x="1851121" y="1907831"/>
            <a:ext cx="1900885" cy="642242"/>
          </a:xfrm>
          <a:custGeom>
            <a:avLst/>
            <a:gdLst/>
            <a:ahLst/>
            <a:cxnLst/>
            <a:rect l="l" t="t" r="r" b="b"/>
            <a:pathLst>
              <a:path w="19126" h="6462" extrusionOk="0">
                <a:moveTo>
                  <a:pt x="9496" y="1"/>
                </a:moveTo>
                <a:cubicBezTo>
                  <a:pt x="5971" y="1"/>
                  <a:pt x="3105" y="2855"/>
                  <a:pt x="3082" y="6374"/>
                </a:cubicBezTo>
                <a:lnTo>
                  <a:pt x="0" y="6374"/>
                </a:lnTo>
                <a:lnTo>
                  <a:pt x="0" y="6462"/>
                </a:lnTo>
                <a:lnTo>
                  <a:pt x="3163" y="6462"/>
                </a:lnTo>
                <a:lnTo>
                  <a:pt x="3163" y="6421"/>
                </a:lnTo>
                <a:cubicBezTo>
                  <a:pt x="3163" y="2925"/>
                  <a:pt x="6006" y="88"/>
                  <a:pt x="9496" y="88"/>
                </a:cubicBezTo>
                <a:cubicBezTo>
                  <a:pt x="12992" y="88"/>
                  <a:pt x="15828" y="2931"/>
                  <a:pt x="15828" y="6421"/>
                </a:cubicBezTo>
                <a:lnTo>
                  <a:pt x="15828" y="6462"/>
                </a:lnTo>
                <a:lnTo>
                  <a:pt x="19126" y="6462"/>
                </a:lnTo>
                <a:lnTo>
                  <a:pt x="19126" y="6374"/>
                </a:lnTo>
                <a:lnTo>
                  <a:pt x="15916" y="6374"/>
                </a:lnTo>
                <a:cubicBezTo>
                  <a:pt x="15892" y="2855"/>
                  <a:pt x="13021" y="1"/>
                  <a:pt x="9496" y="1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2F828D73-63D9-9563-2E77-8EB4ECE29289}"/>
              </a:ext>
            </a:extLst>
          </p:cNvPr>
          <p:cNvSpPr/>
          <p:nvPr/>
        </p:nvSpPr>
        <p:spPr>
          <a:xfrm>
            <a:off x="1819716" y="2513392"/>
            <a:ext cx="65695" cy="65099"/>
          </a:xfrm>
          <a:custGeom>
            <a:avLst/>
            <a:gdLst/>
            <a:ahLst/>
            <a:cxnLst/>
            <a:rect l="l" t="t" r="r" b="b"/>
            <a:pathLst>
              <a:path w="661" h="655" extrusionOk="0">
                <a:moveTo>
                  <a:pt x="328" y="1"/>
                </a:moveTo>
                <a:cubicBezTo>
                  <a:pt x="147" y="1"/>
                  <a:pt x="1" y="147"/>
                  <a:pt x="1" y="328"/>
                </a:cubicBezTo>
                <a:cubicBezTo>
                  <a:pt x="1" y="509"/>
                  <a:pt x="147" y="655"/>
                  <a:pt x="328" y="655"/>
                </a:cubicBezTo>
                <a:cubicBezTo>
                  <a:pt x="509" y="655"/>
                  <a:pt x="660" y="509"/>
                  <a:pt x="660" y="328"/>
                </a:cubicBezTo>
                <a:cubicBezTo>
                  <a:pt x="660" y="147"/>
                  <a:pt x="509" y="1"/>
                  <a:pt x="328" y="1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C623503D-D822-473E-8AC1-2D3082E4D530}"/>
              </a:ext>
            </a:extLst>
          </p:cNvPr>
          <p:cNvSpPr/>
          <p:nvPr/>
        </p:nvSpPr>
        <p:spPr>
          <a:xfrm>
            <a:off x="3718284" y="2513392"/>
            <a:ext cx="64999" cy="65099"/>
          </a:xfrm>
          <a:custGeom>
            <a:avLst/>
            <a:gdLst/>
            <a:ahLst/>
            <a:cxnLst/>
            <a:rect l="l" t="t" r="r" b="b"/>
            <a:pathLst>
              <a:path w="654" h="655" extrusionOk="0">
                <a:moveTo>
                  <a:pt x="327" y="1"/>
                </a:moveTo>
                <a:cubicBezTo>
                  <a:pt x="146" y="1"/>
                  <a:pt x="0" y="147"/>
                  <a:pt x="0" y="328"/>
                </a:cubicBezTo>
                <a:cubicBezTo>
                  <a:pt x="0" y="509"/>
                  <a:pt x="146" y="655"/>
                  <a:pt x="327" y="655"/>
                </a:cubicBezTo>
                <a:cubicBezTo>
                  <a:pt x="508" y="655"/>
                  <a:pt x="654" y="509"/>
                  <a:pt x="654" y="328"/>
                </a:cubicBezTo>
                <a:cubicBezTo>
                  <a:pt x="654" y="147"/>
                  <a:pt x="508" y="1"/>
                  <a:pt x="327" y="1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99122DD2-945D-E48A-7A2E-94FA65C3C554}"/>
              </a:ext>
            </a:extLst>
          </p:cNvPr>
          <p:cNvSpPr/>
          <p:nvPr/>
        </p:nvSpPr>
        <p:spPr>
          <a:xfrm>
            <a:off x="3866767" y="2111474"/>
            <a:ext cx="1085411" cy="1086007"/>
          </a:xfrm>
          <a:custGeom>
            <a:avLst/>
            <a:gdLst/>
            <a:ahLst/>
            <a:cxnLst/>
            <a:rect l="l" t="t" r="r" b="b"/>
            <a:pathLst>
              <a:path w="10921" h="10927" extrusionOk="0">
                <a:moveTo>
                  <a:pt x="5463" y="0"/>
                </a:moveTo>
                <a:cubicBezTo>
                  <a:pt x="2446" y="0"/>
                  <a:pt x="0" y="2446"/>
                  <a:pt x="0" y="5463"/>
                </a:cubicBezTo>
                <a:cubicBezTo>
                  <a:pt x="0" y="8481"/>
                  <a:pt x="2446" y="10926"/>
                  <a:pt x="5463" y="10926"/>
                </a:cubicBezTo>
                <a:cubicBezTo>
                  <a:pt x="8481" y="10926"/>
                  <a:pt x="10920" y="8481"/>
                  <a:pt x="10920" y="5463"/>
                </a:cubicBezTo>
                <a:cubicBezTo>
                  <a:pt x="10920" y="2446"/>
                  <a:pt x="8481" y="0"/>
                  <a:pt x="5463" y="0"/>
                </a:cubicBezTo>
                <a:close/>
              </a:path>
            </a:pathLst>
          </a:custGeom>
          <a:solidFill>
            <a:srgbClr val="C92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41B5F6AE-6A6D-DB56-5CBB-6C1CAC0A1CFF}"/>
              </a:ext>
            </a:extLst>
          </p:cNvPr>
          <p:cNvSpPr/>
          <p:nvPr/>
        </p:nvSpPr>
        <p:spPr>
          <a:xfrm>
            <a:off x="3840629" y="2085931"/>
            <a:ext cx="1137589" cy="1137589"/>
          </a:xfrm>
          <a:custGeom>
            <a:avLst/>
            <a:gdLst/>
            <a:ahLst/>
            <a:cxnLst/>
            <a:rect l="l" t="t" r="r" b="b"/>
            <a:pathLst>
              <a:path w="11446" h="11446" extrusionOk="0">
                <a:moveTo>
                  <a:pt x="5726" y="520"/>
                </a:moveTo>
                <a:cubicBezTo>
                  <a:pt x="8592" y="520"/>
                  <a:pt x="10926" y="2855"/>
                  <a:pt x="10926" y="5720"/>
                </a:cubicBezTo>
                <a:cubicBezTo>
                  <a:pt x="10926" y="8586"/>
                  <a:pt x="8592" y="10920"/>
                  <a:pt x="5726" y="10920"/>
                </a:cubicBezTo>
                <a:cubicBezTo>
                  <a:pt x="2861" y="10920"/>
                  <a:pt x="526" y="8586"/>
                  <a:pt x="526" y="5720"/>
                </a:cubicBezTo>
                <a:cubicBezTo>
                  <a:pt x="526" y="2855"/>
                  <a:pt x="2861" y="520"/>
                  <a:pt x="5726" y="520"/>
                </a:cubicBezTo>
                <a:close/>
                <a:moveTo>
                  <a:pt x="5726" y="1"/>
                </a:moveTo>
                <a:cubicBezTo>
                  <a:pt x="2569" y="1"/>
                  <a:pt x="1" y="2563"/>
                  <a:pt x="1" y="5720"/>
                </a:cubicBezTo>
                <a:cubicBezTo>
                  <a:pt x="1" y="8878"/>
                  <a:pt x="2569" y="11446"/>
                  <a:pt x="5726" y="11446"/>
                </a:cubicBezTo>
                <a:cubicBezTo>
                  <a:pt x="8878" y="11446"/>
                  <a:pt x="11446" y="8878"/>
                  <a:pt x="11446" y="5720"/>
                </a:cubicBezTo>
                <a:cubicBezTo>
                  <a:pt x="11446" y="2563"/>
                  <a:pt x="8878" y="1"/>
                  <a:pt x="5726" y="1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C9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D889B52F-5304-2A96-66AC-369A95446A08}"/>
              </a:ext>
            </a:extLst>
          </p:cNvPr>
          <p:cNvSpPr/>
          <p:nvPr/>
        </p:nvSpPr>
        <p:spPr>
          <a:xfrm>
            <a:off x="3452626" y="2650347"/>
            <a:ext cx="1900985" cy="642242"/>
          </a:xfrm>
          <a:custGeom>
            <a:avLst/>
            <a:gdLst/>
            <a:ahLst/>
            <a:cxnLst/>
            <a:rect l="l" t="t" r="r" b="b"/>
            <a:pathLst>
              <a:path w="19127" h="6462" extrusionOk="0">
                <a:moveTo>
                  <a:pt x="0" y="0"/>
                </a:moveTo>
                <a:lnTo>
                  <a:pt x="0" y="82"/>
                </a:lnTo>
                <a:lnTo>
                  <a:pt x="3210" y="82"/>
                </a:lnTo>
                <a:cubicBezTo>
                  <a:pt x="3234" y="3607"/>
                  <a:pt x="6105" y="6461"/>
                  <a:pt x="9630" y="6461"/>
                </a:cubicBezTo>
                <a:cubicBezTo>
                  <a:pt x="13155" y="6461"/>
                  <a:pt x="16027" y="3607"/>
                  <a:pt x="16044" y="82"/>
                </a:cubicBezTo>
                <a:lnTo>
                  <a:pt x="19126" y="82"/>
                </a:lnTo>
                <a:lnTo>
                  <a:pt x="19126" y="0"/>
                </a:lnTo>
                <a:lnTo>
                  <a:pt x="15963" y="0"/>
                </a:lnTo>
                <a:lnTo>
                  <a:pt x="15963" y="41"/>
                </a:lnTo>
                <a:cubicBezTo>
                  <a:pt x="15963" y="3531"/>
                  <a:pt x="13120" y="6374"/>
                  <a:pt x="9630" y="6374"/>
                </a:cubicBezTo>
                <a:cubicBezTo>
                  <a:pt x="6140" y="6374"/>
                  <a:pt x="3298" y="3531"/>
                  <a:pt x="3298" y="41"/>
                </a:cubicBezTo>
                <a:lnTo>
                  <a:pt x="3298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93454902-2EDC-FE69-8A49-78047E51C309}"/>
              </a:ext>
            </a:extLst>
          </p:cNvPr>
          <p:cNvSpPr/>
          <p:nvPr/>
        </p:nvSpPr>
        <p:spPr>
          <a:xfrm>
            <a:off x="5319789" y="2621922"/>
            <a:ext cx="65099" cy="65099"/>
          </a:xfrm>
          <a:custGeom>
            <a:avLst/>
            <a:gdLst/>
            <a:ahLst/>
            <a:cxnLst/>
            <a:rect l="l" t="t" r="r" b="b"/>
            <a:pathLst>
              <a:path w="655" h="655" extrusionOk="0">
                <a:moveTo>
                  <a:pt x="327" y="0"/>
                </a:moveTo>
                <a:cubicBezTo>
                  <a:pt x="146" y="0"/>
                  <a:pt x="1" y="146"/>
                  <a:pt x="1" y="327"/>
                </a:cubicBezTo>
                <a:cubicBezTo>
                  <a:pt x="1" y="508"/>
                  <a:pt x="146" y="654"/>
                  <a:pt x="327" y="654"/>
                </a:cubicBezTo>
                <a:cubicBezTo>
                  <a:pt x="508" y="654"/>
                  <a:pt x="654" y="508"/>
                  <a:pt x="654" y="327"/>
                </a:cubicBezTo>
                <a:cubicBezTo>
                  <a:pt x="654" y="146"/>
                  <a:pt x="508" y="0"/>
                  <a:pt x="327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32C0BD3D-7C9A-F54A-B1E5-E55ABEF2CF36}"/>
              </a:ext>
            </a:extLst>
          </p:cNvPr>
          <p:cNvSpPr/>
          <p:nvPr/>
        </p:nvSpPr>
        <p:spPr>
          <a:xfrm>
            <a:off x="3421319" y="2621922"/>
            <a:ext cx="65596" cy="65099"/>
          </a:xfrm>
          <a:custGeom>
            <a:avLst/>
            <a:gdLst/>
            <a:ahLst/>
            <a:cxnLst/>
            <a:rect l="l" t="t" r="r" b="b"/>
            <a:pathLst>
              <a:path w="660" h="655" extrusionOk="0">
                <a:moveTo>
                  <a:pt x="333" y="0"/>
                </a:moveTo>
                <a:cubicBezTo>
                  <a:pt x="152" y="0"/>
                  <a:pt x="0" y="146"/>
                  <a:pt x="0" y="327"/>
                </a:cubicBezTo>
                <a:cubicBezTo>
                  <a:pt x="0" y="508"/>
                  <a:pt x="152" y="654"/>
                  <a:pt x="333" y="654"/>
                </a:cubicBezTo>
                <a:cubicBezTo>
                  <a:pt x="514" y="654"/>
                  <a:pt x="660" y="508"/>
                  <a:pt x="660" y="327"/>
                </a:cubicBezTo>
                <a:cubicBezTo>
                  <a:pt x="660" y="146"/>
                  <a:pt x="514" y="0"/>
                  <a:pt x="333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DA276817-145F-C39F-3275-9787FA38D9F8}"/>
              </a:ext>
            </a:extLst>
          </p:cNvPr>
          <p:cNvSpPr/>
          <p:nvPr/>
        </p:nvSpPr>
        <p:spPr>
          <a:xfrm>
            <a:off x="5471750" y="2002944"/>
            <a:ext cx="1086007" cy="1085411"/>
          </a:xfrm>
          <a:custGeom>
            <a:avLst/>
            <a:gdLst/>
            <a:ahLst/>
            <a:cxnLst/>
            <a:rect l="l" t="t" r="r" b="b"/>
            <a:pathLst>
              <a:path w="10927" h="10921" extrusionOk="0">
                <a:moveTo>
                  <a:pt x="5463" y="1"/>
                </a:moveTo>
                <a:cubicBezTo>
                  <a:pt x="2446" y="1"/>
                  <a:pt x="1" y="2446"/>
                  <a:pt x="1" y="5464"/>
                </a:cubicBezTo>
                <a:cubicBezTo>
                  <a:pt x="1" y="8475"/>
                  <a:pt x="2446" y="10921"/>
                  <a:pt x="5463" y="10921"/>
                </a:cubicBezTo>
                <a:cubicBezTo>
                  <a:pt x="8481" y="10921"/>
                  <a:pt x="10926" y="8475"/>
                  <a:pt x="10926" y="5464"/>
                </a:cubicBezTo>
                <a:cubicBezTo>
                  <a:pt x="10926" y="2446"/>
                  <a:pt x="8481" y="1"/>
                  <a:pt x="5463" y="1"/>
                </a:cubicBezTo>
                <a:close/>
              </a:path>
            </a:pathLst>
          </a:custGeom>
          <a:solidFill>
            <a:srgbClr val="FF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>
            <a:extLst>
              <a:ext uri="{FF2B5EF4-FFF2-40B4-BE49-F238E27FC236}">
                <a16:creationId xmlns:a16="http://schemas.microsoft.com/office/drawing/2014/main" id="{081CB361-D972-CE19-B566-76416A7A7F9E}"/>
              </a:ext>
            </a:extLst>
          </p:cNvPr>
          <p:cNvSpPr/>
          <p:nvPr/>
        </p:nvSpPr>
        <p:spPr>
          <a:xfrm>
            <a:off x="5445611" y="1976905"/>
            <a:ext cx="1137689" cy="1137589"/>
          </a:xfrm>
          <a:custGeom>
            <a:avLst/>
            <a:gdLst/>
            <a:ahLst/>
            <a:cxnLst/>
            <a:rect l="l" t="t" r="r" b="b"/>
            <a:pathLst>
              <a:path w="11447" h="11446" extrusionOk="0">
                <a:moveTo>
                  <a:pt x="5726" y="526"/>
                </a:moveTo>
                <a:cubicBezTo>
                  <a:pt x="8592" y="526"/>
                  <a:pt x="10927" y="2854"/>
                  <a:pt x="10927" y="5726"/>
                </a:cubicBezTo>
                <a:cubicBezTo>
                  <a:pt x="10927" y="8591"/>
                  <a:pt x="8592" y="10926"/>
                  <a:pt x="5726" y="10926"/>
                </a:cubicBezTo>
                <a:cubicBezTo>
                  <a:pt x="2861" y="10926"/>
                  <a:pt x="526" y="8591"/>
                  <a:pt x="526" y="5726"/>
                </a:cubicBezTo>
                <a:cubicBezTo>
                  <a:pt x="526" y="2854"/>
                  <a:pt x="2861" y="526"/>
                  <a:pt x="5726" y="526"/>
                </a:cubicBezTo>
                <a:close/>
                <a:moveTo>
                  <a:pt x="5726" y="0"/>
                </a:moveTo>
                <a:cubicBezTo>
                  <a:pt x="2569" y="0"/>
                  <a:pt x="1" y="2568"/>
                  <a:pt x="1" y="5726"/>
                </a:cubicBezTo>
                <a:cubicBezTo>
                  <a:pt x="1" y="8877"/>
                  <a:pt x="2569" y="11445"/>
                  <a:pt x="5726" y="11445"/>
                </a:cubicBezTo>
                <a:cubicBezTo>
                  <a:pt x="8884" y="11445"/>
                  <a:pt x="11446" y="8877"/>
                  <a:pt x="11446" y="5726"/>
                </a:cubicBezTo>
                <a:cubicBezTo>
                  <a:pt x="11446" y="2568"/>
                  <a:pt x="8884" y="0"/>
                  <a:pt x="5726" y="0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FF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>
            <a:extLst>
              <a:ext uri="{FF2B5EF4-FFF2-40B4-BE49-F238E27FC236}">
                <a16:creationId xmlns:a16="http://schemas.microsoft.com/office/drawing/2014/main" id="{27BB6DA7-CA7B-C10C-9F75-7C9BA31AAF64}"/>
              </a:ext>
            </a:extLst>
          </p:cNvPr>
          <p:cNvSpPr/>
          <p:nvPr/>
        </p:nvSpPr>
        <p:spPr>
          <a:xfrm>
            <a:off x="5070330" y="1907831"/>
            <a:ext cx="1901581" cy="642242"/>
          </a:xfrm>
          <a:custGeom>
            <a:avLst/>
            <a:gdLst/>
            <a:ahLst/>
            <a:cxnLst/>
            <a:rect l="l" t="t" r="r" b="b"/>
            <a:pathLst>
              <a:path w="19133" h="6462" extrusionOk="0">
                <a:moveTo>
                  <a:pt x="9502" y="1"/>
                </a:moveTo>
                <a:cubicBezTo>
                  <a:pt x="5977" y="1"/>
                  <a:pt x="3106" y="2855"/>
                  <a:pt x="3082" y="6374"/>
                </a:cubicBezTo>
                <a:lnTo>
                  <a:pt x="1" y="6374"/>
                </a:lnTo>
                <a:lnTo>
                  <a:pt x="1" y="6462"/>
                </a:lnTo>
                <a:lnTo>
                  <a:pt x="3170" y="6462"/>
                </a:lnTo>
                <a:lnTo>
                  <a:pt x="3170" y="6421"/>
                </a:lnTo>
                <a:cubicBezTo>
                  <a:pt x="3170" y="2925"/>
                  <a:pt x="6012" y="88"/>
                  <a:pt x="9502" y="88"/>
                </a:cubicBezTo>
                <a:cubicBezTo>
                  <a:pt x="12993" y="88"/>
                  <a:pt x="15835" y="2931"/>
                  <a:pt x="15835" y="6421"/>
                </a:cubicBezTo>
                <a:lnTo>
                  <a:pt x="15835" y="6462"/>
                </a:lnTo>
                <a:lnTo>
                  <a:pt x="19132" y="6462"/>
                </a:lnTo>
                <a:lnTo>
                  <a:pt x="19132" y="6374"/>
                </a:lnTo>
                <a:lnTo>
                  <a:pt x="15922" y="6374"/>
                </a:lnTo>
                <a:cubicBezTo>
                  <a:pt x="15899" y="2855"/>
                  <a:pt x="13028" y="1"/>
                  <a:pt x="9502" y="1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8EC16622-E071-9C6C-5F73-8E2752FC668C}"/>
              </a:ext>
            </a:extLst>
          </p:cNvPr>
          <p:cNvSpPr/>
          <p:nvPr/>
        </p:nvSpPr>
        <p:spPr>
          <a:xfrm>
            <a:off x="5039620" y="2513392"/>
            <a:ext cx="65099" cy="65099"/>
          </a:xfrm>
          <a:custGeom>
            <a:avLst/>
            <a:gdLst/>
            <a:ahLst/>
            <a:cxnLst/>
            <a:rect l="l" t="t" r="r" b="b"/>
            <a:pathLst>
              <a:path w="655" h="655" extrusionOk="0">
                <a:moveTo>
                  <a:pt x="327" y="1"/>
                </a:moveTo>
                <a:cubicBezTo>
                  <a:pt x="146" y="1"/>
                  <a:pt x="1" y="147"/>
                  <a:pt x="1" y="328"/>
                </a:cubicBezTo>
                <a:cubicBezTo>
                  <a:pt x="1" y="509"/>
                  <a:pt x="146" y="655"/>
                  <a:pt x="327" y="655"/>
                </a:cubicBezTo>
                <a:cubicBezTo>
                  <a:pt x="508" y="655"/>
                  <a:pt x="654" y="509"/>
                  <a:pt x="654" y="328"/>
                </a:cubicBezTo>
                <a:cubicBezTo>
                  <a:pt x="654" y="147"/>
                  <a:pt x="508" y="1"/>
                  <a:pt x="327" y="1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>
            <a:extLst>
              <a:ext uri="{FF2B5EF4-FFF2-40B4-BE49-F238E27FC236}">
                <a16:creationId xmlns:a16="http://schemas.microsoft.com/office/drawing/2014/main" id="{7261DAC6-D309-FF96-4777-DB9A57B8C8F5}"/>
              </a:ext>
            </a:extLst>
          </p:cNvPr>
          <p:cNvSpPr/>
          <p:nvPr/>
        </p:nvSpPr>
        <p:spPr>
          <a:xfrm>
            <a:off x="6995467" y="2520627"/>
            <a:ext cx="64999" cy="65099"/>
          </a:xfrm>
          <a:custGeom>
            <a:avLst/>
            <a:gdLst/>
            <a:ahLst/>
            <a:cxnLst/>
            <a:rect l="l" t="t" r="r" b="b"/>
            <a:pathLst>
              <a:path w="654" h="655" extrusionOk="0">
                <a:moveTo>
                  <a:pt x="327" y="1"/>
                </a:moveTo>
                <a:cubicBezTo>
                  <a:pt x="146" y="1"/>
                  <a:pt x="0" y="147"/>
                  <a:pt x="0" y="328"/>
                </a:cubicBezTo>
                <a:cubicBezTo>
                  <a:pt x="0" y="509"/>
                  <a:pt x="146" y="655"/>
                  <a:pt x="327" y="655"/>
                </a:cubicBezTo>
                <a:cubicBezTo>
                  <a:pt x="508" y="655"/>
                  <a:pt x="654" y="509"/>
                  <a:pt x="654" y="328"/>
                </a:cubicBezTo>
                <a:cubicBezTo>
                  <a:pt x="654" y="147"/>
                  <a:pt x="508" y="1"/>
                  <a:pt x="327" y="1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" name="Google Shape;152;p16">
            <a:extLst>
              <a:ext uri="{FF2B5EF4-FFF2-40B4-BE49-F238E27FC236}">
                <a16:creationId xmlns:a16="http://schemas.microsoft.com/office/drawing/2014/main" id="{EDFC8D7F-E659-CC2C-35BB-B06B8D6F7C98}"/>
              </a:ext>
            </a:extLst>
          </p:cNvPr>
          <p:cNvGrpSpPr/>
          <p:nvPr/>
        </p:nvGrpSpPr>
        <p:grpSpPr>
          <a:xfrm>
            <a:off x="1885278" y="3197481"/>
            <a:ext cx="1833125" cy="974400"/>
            <a:chOff x="1245375" y="3314675"/>
            <a:chExt cx="1833125" cy="974400"/>
          </a:xfrm>
        </p:grpSpPr>
        <p:sp>
          <p:nvSpPr>
            <p:cNvPr id="153" name="Google Shape;153;p16">
              <a:extLst>
                <a:ext uri="{FF2B5EF4-FFF2-40B4-BE49-F238E27FC236}">
                  <a16:creationId xmlns:a16="http://schemas.microsoft.com/office/drawing/2014/main" id="{A07889F8-6C2A-C3B2-0CE2-23C4B3F2AAD5}"/>
                </a:ext>
              </a:extLst>
            </p:cNvPr>
            <p:cNvSpPr txBox="1"/>
            <p:nvPr/>
          </p:nvSpPr>
          <p:spPr>
            <a:xfrm>
              <a:off x="1245375" y="3314675"/>
              <a:ext cx="1833000" cy="3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sz="1600" b="1">
                  <a:solidFill>
                    <a:schemeClr val="accent4">
                      <a:lumMod val="76000"/>
                    </a:schemeClr>
                  </a:solidFill>
                  <a:latin typeface="Fira Sans Black" panose="020F0502020204030204" pitchFamily="34" charset="0"/>
                  <a:ea typeface="Roboto"/>
                  <a:cs typeface="Roboto"/>
                </a:rPr>
                <a:t>SAFEOPT</a:t>
              </a:r>
              <a:endParaRPr sz="1500" b="1">
                <a:solidFill>
                  <a:srgbClr val="651428"/>
                </a:solidFill>
                <a:latin typeface="Fira Sans Black" panose="020F0502020204030204" pitchFamily="34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" name="Google Shape;154;p16">
              <a:extLst>
                <a:ext uri="{FF2B5EF4-FFF2-40B4-BE49-F238E27FC236}">
                  <a16:creationId xmlns:a16="http://schemas.microsoft.com/office/drawing/2014/main" id="{E514C3A3-D91B-72B1-85EB-023357BA743F}"/>
                </a:ext>
              </a:extLst>
            </p:cNvPr>
            <p:cNvSpPr txBox="1"/>
            <p:nvPr/>
          </p:nvSpPr>
          <p:spPr>
            <a:xfrm>
              <a:off x="1245500" y="3646775"/>
              <a:ext cx="18330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" name="Google Shape;155;p16">
            <a:extLst>
              <a:ext uri="{FF2B5EF4-FFF2-40B4-BE49-F238E27FC236}">
                <a16:creationId xmlns:a16="http://schemas.microsoft.com/office/drawing/2014/main" id="{DF11F1A3-AD03-B746-98AC-5C3A6121055C}"/>
              </a:ext>
            </a:extLst>
          </p:cNvPr>
          <p:cNvGrpSpPr/>
          <p:nvPr/>
        </p:nvGrpSpPr>
        <p:grpSpPr>
          <a:xfrm>
            <a:off x="5039680" y="3198036"/>
            <a:ext cx="2483740" cy="973845"/>
            <a:chOff x="1169464" y="3315230"/>
            <a:chExt cx="2483740" cy="973845"/>
          </a:xfrm>
        </p:grpSpPr>
        <p:sp>
          <p:nvSpPr>
            <p:cNvPr id="156" name="Google Shape;156;p16">
              <a:extLst>
                <a:ext uri="{FF2B5EF4-FFF2-40B4-BE49-F238E27FC236}">
                  <a16:creationId xmlns:a16="http://schemas.microsoft.com/office/drawing/2014/main" id="{82CFD863-F591-2CBC-76EE-21177BC564A2}"/>
                </a:ext>
              </a:extLst>
            </p:cNvPr>
            <p:cNvSpPr txBox="1"/>
            <p:nvPr/>
          </p:nvSpPr>
          <p:spPr>
            <a:xfrm>
              <a:off x="1169464" y="3315230"/>
              <a:ext cx="2483740" cy="303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F666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Spatio-temporal kernel</a:t>
              </a:r>
              <a:endParaRPr sz="1500" b="1">
                <a:solidFill>
                  <a:srgbClr val="FF666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7" name="Google Shape;157;p16">
              <a:extLst>
                <a:ext uri="{FF2B5EF4-FFF2-40B4-BE49-F238E27FC236}">
                  <a16:creationId xmlns:a16="http://schemas.microsoft.com/office/drawing/2014/main" id="{F07995A8-CB0D-EDB4-2C01-57FCD4C76890}"/>
                </a:ext>
              </a:extLst>
            </p:cNvPr>
            <p:cNvSpPr txBox="1"/>
            <p:nvPr/>
          </p:nvSpPr>
          <p:spPr>
            <a:xfrm>
              <a:off x="1245500" y="3646775"/>
              <a:ext cx="18330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8" name="Google Shape;158;p16">
            <a:extLst>
              <a:ext uri="{FF2B5EF4-FFF2-40B4-BE49-F238E27FC236}">
                <a16:creationId xmlns:a16="http://schemas.microsoft.com/office/drawing/2014/main" id="{0FD31854-59A0-070D-26F4-69E3E1F0E329}"/>
              </a:ext>
            </a:extLst>
          </p:cNvPr>
          <p:cNvGrpSpPr/>
          <p:nvPr/>
        </p:nvGrpSpPr>
        <p:grpSpPr>
          <a:xfrm>
            <a:off x="3462165" y="864362"/>
            <a:ext cx="1833125" cy="974400"/>
            <a:chOff x="1245375" y="3314675"/>
            <a:chExt cx="1833125" cy="974400"/>
          </a:xfrm>
        </p:grpSpPr>
        <p:sp>
          <p:nvSpPr>
            <p:cNvPr id="159" name="Google Shape;159;p16">
              <a:extLst>
                <a:ext uri="{FF2B5EF4-FFF2-40B4-BE49-F238E27FC236}">
                  <a16:creationId xmlns:a16="http://schemas.microsoft.com/office/drawing/2014/main" id="{53E7DA5B-8538-3A47-8959-3851F4E48111}"/>
                </a:ext>
              </a:extLst>
            </p:cNvPr>
            <p:cNvSpPr txBox="1"/>
            <p:nvPr/>
          </p:nvSpPr>
          <p:spPr>
            <a:xfrm>
              <a:off x="1245375" y="3314675"/>
              <a:ext cx="1833000" cy="3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C9274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Latent variable</a:t>
              </a:r>
              <a:endParaRPr sz="1500" b="1">
                <a:solidFill>
                  <a:srgbClr val="C9274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0" name="Google Shape;160;p16">
              <a:extLst>
                <a:ext uri="{FF2B5EF4-FFF2-40B4-BE49-F238E27FC236}">
                  <a16:creationId xmlns:a16="http://schemas.microsoft.com/office/drawing/2014/main" id="{96434058-B09B-A110-12F1-FF6EE68FC0E4}"/>
                </a:ext>
              </a:extLst>
            </p:cNvPr>
            <p:cNvSpPr txBox="1"/>
            <p:nvPr/>
          </p:nvSpPr>
          <p:spPr>
            <a:xfrm>
              <a:off x="1245500" y="3646775"/>
              <a:ext cx="18330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4" name="Google Shape;164;p16">
            <a:extLst>
              <a:ext uri="{FF2B5EF4-FFF2-40B4-BE49-F238E27FC236}">
                <a16:creationId xmlns:a16="http://schemas.microsoft.com/office/drawing/2014/main" id="{045D9DDA-482B-7FEA-B40F-C646B669AB47}"/>
              </a:ext>
            </a:extLst>
          </p:cNvPr>
          <p:cNvSpPr txBox="1"/>
          <p:nvPr/>
        </p:nvSpPr>
        <p:spPr>
          <a:xfrm>
            <a:off x="2198803" y="2190344"/>
            <a:ext cx="1137600" cy="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34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2" name="Google Shape;182;p16">
            <a:extLst>
              <a:ext uri="{FF2B5EF4-FFF2-40B4-BE49-F238E27FC236}">
                <a16:creationId xmlns:a16="http://schemas.microsoft.com/office/drawing/2014/main" id="{14C3B46B-19BE-1106-BB16-3556DF67D118}"/>
              </a:ext>
            </a:extLst>
          </p:cNvPr>
          <p:cNvSpPr txBox="1"/>
          <p:nvPr/>
        </p:nvSpPr>
        <p:spPr>
          <a:xfrm>
            <a:off x="5444203" y="2190344"/>
            <a:ext cx="1137600" cy="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34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3" name="Google Shape;183;p16">
            <a:extLst>
              <a:ext uri="{FF2B5EF4-FFF2-40B4-BE49-F238E27FC236}">
                <a16:creationId xmlns:a16="http://schemas.microsoft.com/office/drawing/2014/main" id="{49D5F9FC-36DC-AE67-834A-9D8404BDF788}"/>
              </a:ext>
            </a:extLst>
          </p:cNvPr>
          <p:cNvSpPr txBox="1"/>
          <p:nvPr/>
        </p:nvSpPr>
        <p:spPr>
          <a:xfrm>
            <a:off x="8322750" y="2498438"/>
            <a:ext cx="1137600" cy="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sz="34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" name="Google Shape;184;p16">
            <a:extLst>
              <a:ext uri="{FF2B5EF4-FFF2-40B4-BE49-F238E27FC236}">
                <a16:creationId xmlns:a16="http://schemas.microsoft.com/office/drawing/2014/main" id="{CE63AA8A-5DE3-DFF5-15C9-2D4AB6383613}"/>
              </a:ext>
            </a:extLst>
          </p:cNvPr>
          <p:cNvSpPr txBox="1"/>
          <p:nvPr/>
        </p:nvSpPr>
        <p:spPr>
          <a:xfrm>
            <a:off x="3809928" y="2294157"/>
            <a:ext cx="1137600" cy="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34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65A33-BB75-F178-CB49-9A991DE59C3B}"/>
              </a:ext>
            </a:extLst>
          </p:cNvPr>
          <p:cNvSpPr/>
          <p:nvPr/>
        </p:nvSpPr>
        <p:spPr>
          <a:xfrm>
            <a:off x="261533" y="184041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56;p15">
            <a:extLst>
              <a:ext uri="{FF2B5EF4-FFF2-40B4-BE49-F238E27FC236}">
                <a16:creationId xmlns:a16="http://schemas.microsoft.com/office/drawing/2014/main" id="{2A2BA48A-D190-5208-314B-DEEF401CCBE3}"/>
              </a:ext>
            </a:extLst>
          </p:cNvPr>
          <p:cNvSpPr txBox="1"/>
          <p:nvPr/>
        </p:nvSpPr>
        <p:spPr>
          <a:xfrm>
            <a:off x="261000" y="303572"/>
            <a:ext cx="714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chemeClr val="accent2">
                    <a:lumMod val="75000"/>
                  </a:schemeClr>
                </a:solidFill>
                <a:latin typeface="Fira Sans Extra Condensed"/>
              </a:rPr>
              <a:t>Paper Summary - 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1FCB8-722D-F2F8-834A-2AAB6CB5EA8D}"/>
              </a:ext>
            </a:extLst>
          </p:cNvPr>
          <p:cNvSpPr txBox="1"/>
          <p:nvPr/>
        </p:nvSpPr>
        <p:spPr>
          <a:xfrm>
            <a:off x="1728366" y="3515668"/>
            <a:ext cx="21463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/>
              <a:t>Safe </a:t>
            </a:r>
            <a:r>
              <a:rPr lang="en-GB" sz="1200" b="1">
                <a:solidFill>
                  <a:srgbClr val="651428"/>
                </a:solidFill>
              </a:rPr>
              <a:t>Bayesian optimization </a:t>
            </a:r>
            <a:r>
              <a:rPr lang="en-GB" sz="1200" b="1"/>
              <a:t>(BO) algorithm with </a:t>
            </a:r>
            <a:r>
              <a:rPr lang="en-GB" sz="1200" b="1">
                <a:solidFill>
                  <a:srgbClr val="651428"/>
                </a:solidFill>
              </a:rPr>
              <a:t>Gaussian process</a:t>
            </a:r>
            <a:r>
              <a:rPr lang="en-GB" sz="1200" b="1">
                <a:solidFill>
                  <a:srgbClr val="EA4E5D"/>
                </a:solidFill>
              </a:rPr>
              <a:t> </a:t>
            </a:r>
            <a:r>
              <a:rPr lang="en-GB" sz="1200" b="1"/>
              <a:t>(GP)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89913-7FF8-0B85-4204-A46C38745A75}"/>
              </a:ext>
            </a:extLst>
          </p:cNvPr>
          <p:cNvSpPr txBox="1"/>
          <p:nvPr/>
        </p:nvSpPr>
        <p:spPr>
          <a:xfrm>
            <a:off x="2982189" y="1168629"/>
            <a:ext cx="28579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/>
              <a:t>Introduce time as a </a:t>
            </a:r>
            <a:r>
              <a:rPr lang="en-GB" sz="1200" b="1">
                <a:solidFill>
                  <a:srgbClr val="C9274F"/>
                </a:solidFill>
              </a:rPr>
              <a:t>latent variable </a:t>
            </a:r>
            <a:r>
              <a:rPr lang="en-GB" sz="1200" b="1"/>
              <a:t>to convert discontinuous local rewards into a learnable time-varying reward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22900E-FBCF-78AE-E073-D53091948D72}"/>
              </a:ext>
            </a:extLst>
          </p:cNvPr>
          <p:cNvSpPr txBox="1"/>
          <p:nvPr/>
        </p:nvSpPr>
        <p:spPr>
          <a:xfrm>
            <a:off x="4804951" y="3516746"/>
            <a:ext cx="31123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/>
              <a:t>Time-varying local interpretation of global static</a:t>
            </a:r>
          </a:p>
          <a:p>
            <a:pPr algn="ctr"/>
            <a:r>
              <a:rPr lang="en-GB" sz="1200" b="1"/>
              <a:t>reward function with </a:t>
            </a:r>
            <a:r>
              <a:rPr lang="en-GB" sz="1200" b="1">
                <a:solidFill>
                  <a:srgbClr val="EA4E5D"/>
                </a:solidFill>
              </a:rPr>
              <a:t>custom </a:t>
            </a:r>
            <a:r>
              <a:rPr lang="en-GB" sz="1200" b="1" err="1">
                <a:solidFill>
                  <a:srgbClr val="EA4E5D"/>
                </a:solidFill>
              </a:rPr>
              <a:t>spatio</a:t>
            </a:r>
            <a:r>
              <a:rPr lang="en-GB" sz="1200" b="1">
                <a:solidFill>
                  <a:srgbClr val="EA4E5D"/>
                </a:solidFill>
              </a:rPr>
              <a:t>-temporal kernel</a:t>
            </a:r>
          </a:p>
        </p:txBody>
      </p:sp>
    </p:spTree>
    <p:extLst>
      <p:ext uri="{BB962C8B-B14F-4D97-AF65-F5344CB8AC3E}">
        <p14:creationId xmlns:p14="http://schemas.microsoft.com/office/powerpoint/2010/main" val="34277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/>
          <p:nvPr/>
        </p:nvSpPr>
        <p:spPr>
          <a:xfrm>
            <a:off x="1600201" y="1474636"/>
            <a:ext cx="6357587" cy="3124258"/>
          </a:xfrm>
          <a:custGeom>
            <a:avLst/>
            <a:gdLst/>
            <a:ahLst/>
            <a:cxnLst/>
            <a:rect l="l" t="t" r="r" b="b"/>
            <a:pathLst>
              <a:path w="96519" h="52608" extrusionOk="0">
                <a:moveTo>
                  <a:pt x="63150" y="0"/>
                </a:moveTo>
                <a:lnTo>
                  <a:pt x="62607" y="55"/>
                </a:lnTo>
                <a:lnTo>
                  <a:pt x="62117" y="218"/>
                </a:lnTo>
                <a:lnTo>
                  <a:pt x="61628" y="381"/>
                </a:lnTo>
                <a:lnTo>
                  <a:pt x="61139" y="544"/>
                </a:lnTo>
                <a:lnTo>
                  <a:pt x="60704" y="816"/>
                </a:lnTo>
                <a:lnTo>
                  <a:pt x="60270" y="1087"/>
                </a:lnTo>
                <a:lnTo>
                  <a:pt x="59889" y="1413"/>
                </a:lnTo>
                <a:lnTo>
                  <a:pt x="59509" y="1739"/>
                </a:lnTo>
                <a:lnTo>
                  <a:pt x="59237" y="2120"/>
                </a:lnTo>
                <a:lnTo>
                  <a:pt x="58911" y="2500"/>
                </a:lnTo>
                <a:lnTo>
                  <a:pt x="58694" y="2935"/>
                </a:lnTo>
                <a:lnTo>
                  <a:pt x="58531" y="3370"/>
                </a:lnTo>
                <a:lnTo>
                  <a:pt x="58368" y="3859"/>
                </a:lnTo>
                <a:lnTo>
                  <a:pt x="58313" y="4294"/>
                </a:lnTo>
                <a:lnTo>
                  <a:pt x="58259" y="4783"/>
                </a:lnTo>
                <a:lnTo>
                  <a:pt x="58259" y="19619"/>
                </a:lnTo>
                <a:lnTo>
                  <a:pt x="58259" y="20000"/>
                </a:lnTo>
                <a:lnTo>
                  <a:pt x="58205" y="20326"/>
                </a:lnTo>
                <a:lnTo>
                  <a:pt x="58096" y="20652"/>
                </a:lnTo>
                <a:lnTo>
                  <a:pt x="57933" y="20978"/>
                </a:lnTo>
                <a:lnTo>
                  <a:pt x="57770" y="21304"/>
                </a:lnTo>
                <a:lnTo>
                  <a:pt x="57552" y="21576"/>
                </a:lnTo>
                <a:lnTo>
                  <a:pt x="57335" y="21847"/>
                </a:lnTo>
                <a:lnTo>
                  <a:pt x="57063" y="22119"/>
                </a:lnTo>
                <a:lnTo>
                  <a:pt x="56792" y="22336"/>
                </a:lnTo>
                <a:lnTo>
                  <a:pt x="56465" y="22554"/>
                </a:lnTo>
                <a:lnTo>
                  <a:pt x="56139" y="22717"/>
                </a:lnTo>
                <a:lnTo>
                  <a:pt x="55759" y="22880"/>
                </a:lnTo>
                <a:lnTo>
                  <a:pt x="55379" y="22989"/>
                </a:lnTo>
                <a:lnTo>
                  <a:pt x="54998" y="23097"/>
                </a:lnTo>
                <a:lnTo>
                  <a:pt x="54563" y="23152"/>
                </a:lnTo>
                <a:lnTo>
                  <a:pt x="48531" y="23152"/>
                </a:lnTo>
                <a:lnTo>
                  <a:pt x="48096" y="23097"/>
                </a:lnTo>
                <a:lnTo>
                  <a:pt x="47716" y="22989"/>
                </a:lnTo>
                <a:lnTo>
                  <a:pt x="47335" y="22880"/>
                </a:lnTo>
                <a:lnTo>
                  <a:pt x="46955" y="22717"/>
                </a:lnTo>
                <a:lnTo>
                  <a:pt x="46629" y="22554"/>
                </a:lnTo>
                <a:lnTo>
                  <a:pt x="46303" y="22336"/>
                </a:lnTo>
                <a:lnTo>
                  <a:pt x="46031" y="22119"/>
                </a:lnTo>
                <a:lnTo>
                  <a:pt x="45759" y="21847"/>
                </a:lnTo>
                <a:lnTo>
                  <a:pt x="45488" y="21576"/>
                </a:lnTo>
                <a:lnTo>
                  <a:pt x="45325" y="21304"/>
                </a:lnTo>
                <a:lnTo>
                  <a:pt x="45107" y="20978"/>
                </a:lnTo>
                <a:lnTo>
                  <a:pt x="44998" y="20652"/>
                </a:lnTo>
                <a:lnTo>
                  <a:pt x="44890" y="20326"/>
                </a:lnTo>
                <a:lnTo>
                  <a:pt x="44835" y="20000"/>
                </a:lnTo>
                <a:lnTo>
                  <a:pt x="44781" y="19619"/>
                </a:lnTo>
                <a:lnTo>
                  <a:pt x="44781" y="16576"/>
                </a:lnTo>
                <a:lnTo>
                  <a:pt x="44781" y="16087"/>
                </a:lnTo>
                <a:lnTo>
                  <a:pt x="44672" y="15598"/>
                </a:lnTo>
                <a:lnTo>
                  <a:pt x="44564" y="15163"/>
                </a:lnTo>
                <a:lnTo>
                  <a:pt x="44401" y="14728"/>
                </a:lnTo>
                <a:lnTo>
                  <a:pt x="44129" y="14293"/>
                </a:lnTo>
                <a:lnTo>
                  <a:pt x="43857" y="13913"/>
                </a:lnTo>
                <a:lnTo>
                  <a:pt x="43585" y="13532"/>
                </a:lnTo>
                <a:lnTo>
                  <a:pt x="43205" y="13152"/>
                </a:lnTo>
                <a:lnTo>
                  <a:pt x="42825" y="12880"/>
                </a:lnTo>
                <a:lnTo>
                  <a:pt x="42390" y="12609"/>
                </a:lnTo>
                <a:lnTo>
                  <a:pt x="41955" y="12337"/>
                </a:lnTo>
                <a:lnTo>
                  <a:pt x="41466" y="12119"/>
                </a:lnTo>
                <a:lnTo>
                  <a:pt x="40977" y="11956"/>
                </a:lnTo>
                <a:lnTo>
                  <a:pt x="40488" y="11848"/>
                </a:lnTo>
                <a:lnTo>
                  <a:pt x="39944" y="11793"/>
                </a:lnTo>
                <a:lnTo>
                  <a:pt x="39347" y="11739"/>
                </a:lnTo>
                <a:lnTo>
                  <a:pt x="34564" y="11739"/>
                </a:lnTo>
                <a:lnTo>
                  <a:pt x="34021" y="11793"/>
                </a:lnTo>
                <a:lnTo>
                  <a:pt x="33477" y="11848"/>
                </a:lnTo>
                <a:lnTo>
                  <a:pt x="32988" y="11956"/>
                </a:lnTo>
                <a:lnTo>
                  <a:pt x="32499" y="12119"/>
                </a:lnTo>
                <a:lnTo>
                  <a:pt x="32010" y="12337"/>
                </a:lnTo>
                <a:lnTo>
                  <a:pt x="31575" y="12609"/>
                </a:lnTo>
                <a:lnTo>
                  <a:pt x="31140" y="12880"/>
                </a:lnTo>
                <a:lnTo>
                  <a:pt x="30760" y="13152"/>
                </a:lnTo>
                <a:lnTo>
                  <a:pt x="30379" y="13532"/>
                </a:lnTo>
                <a:lnTo>
                  <a:pt x="30108" y="13913"/>
                </a:lnTo>
                <a:lnTo>
                  <a:pt x="29782" y="14293"/>
                </a:lnTo>
                <a:lnTo>
                  <a:pt x="29564" y="14728"/>
                </a:lnTo>
                <a:lnTo>
                  <a:pt x="29401" y="15163"/>
                </a:lnTo>
                <a:lnTo>
                  <a:pt x="29238" y="15598"/>
                </a:lnTo>
                <a:lnTo>
                  <a:pt x="29184" y="16087"/>
                </a:lnTo>
                <a:lnTo>
                  <a:pt x="29130" y="16576"/>
                </a:lnTo>
                <a:lnTo>
                  <a:pt x="29130" y="47770"/>
                </a:lnTo>
                <a:lnTo>
                  <a:pt x="29130" y="48096"/>
                </a:lnTo>
                <a:lnTo>
                  <a:pt x="29075" y="48477"/>
                </a:lnTo>
                <a:lnTo>
                  <a:pt x="28966" y="48803"/>
                </a:lnTo>
                <a:lnTo>
                  <a:pt x="28803" y="49129"/>
                </a:lnTo>
                <a:lnTo>
                  <a:pt x="28640" y="49455"/>
                </a:lnTo>
                <a:lnTo>
                  <a:pt x="28423" y="49727"/>
                </a:lnTo>
                <a:lnTo>
                  <a:pt x="28206" y="49998"/>
                </a:lnTo>
                <a:lnTo>
                  <a:pt x="27934" y="50270"/>
                </a:lnTo>
                <a:lnTo>
                  <a:pt x="27662" y="50488"/>
                </a:lnTo>
                <a:lnTo>
                  <a:pt x="27336" y="50651"/>
                </a:lnTo>
                <a:lnTo>
                  <a:pt x="27010" y="50868"/>
                </a:lnTo>
                <a:lnTo>
                  <a:pt x="26630" y="50977"/>
                </a:lnTo>
                <a:lnTo>
                  <a:pt x="26249" y="51140"/>
                </a:lnTo>
                <a:lnTo>
                  <a:pt x="25869" y="51194"/>
                </a:lnTo>
                <a:lnTo>
                  <a:pt x="25434" y="51248"/>
                </a:lnTo>
                <a:lnTo>
                  <a:pt x="24999" y="51303"/>
                </a:lnTo>
                <a:lnTo>
                  <a:pt x="22825" y="51303"/>
                </a:lnTo>
                <a:lnTo>
                  <a:pt x="22445" y="51248"/>
                </a:lnTo>
                <a:lnTo>
                  <a:pt x="22010" y="51194"/>
                </a:lnTo>
                <a:lnTo>
                  <a:pt x="21630" y="51140"/>
                </a:lnTo>
                <a:lnTo>
                  <a:pt x="21249" y="50977"/>
                </a:lnTo>
                <a:lnTo>
                  <a:pt x="20869" y="50868"/>
                </a:lnTo>
                <a:lnTo>
                  <a:pt x="20543" y="50651"/>
                </a:lnTo>
                <a:lnTo>
                  <a:pt x="20217" y="50488"/>
                </a:lnTo>
                <a:lnTo>
                  <a:pt x="19945" y="50270"/>
                </a:lnTo>
                <a:lnTo>
                  <a:pt x="19673" y="49998"/>
                </a:lnTo>
                <a:lnTo>
                  <a:pt x="19402" y="49727"/>
                </a:lnTo>
                <a:lnTo>
                  <a:pt x="19239" y="49455"/>
                </a:lnTo>
                <a:lnTo>
                  <a:pt x="19021" y="49129"/>
                </a:lnTo>
                <a:lnTo>
                  <a:pt x="18913" y="48803"/>
                </a:lnTo>
                <a:lnTo>
                  <a:pt x="18804" y="48477"/>
                </a:lnTo>
                <a:lnTo>
                  <a:pt x="18749" y="48096"/>
                </a:lnTo>
                <a:lnTo>
                  <a:pt x="18695" y="47770"/>
                </a:lnTo>
                <a:lnTo>
                  <a:pt x="18695" y="33858"/>
                </a:lnTo>
                <a:lnTo>
                  <a:pt x="18695" y="33369"/>
                </a:lnTo>
                <a:lnTo>
                  <a:pt x="18586" y="32934"/>
                </a:lnTo>
                <a:lnTo>
                  <a:pt x="18478" y="32445"/>
                </a:lnTo>
                <a:lnTo>
                  <a:pt x="18315" y="32010"/>
                </a:lnTo>
                <a:lnTo>
                  <a:pt x="18043" y="31575"/>
                </a:lnTo>
                <a:lnTo>
                  <a:pt x="17771" y="31195"/>
                </a:lnTo>
                <a:lnTo>
                  <a:pt x="17500" y="30814"/>
                </a:lnTo>
                <a:lnTo>
                  <a:pt x="17119" y="30488"/>
                </a:lnTo>
                <a:lnTo>
                  <a:pt x="16739" y="30162"/>
                </a:lnTo>
                <a:lnTo>
                  <a:pt x="16304" y="29891"/>
                </a:lnTo>
                <a:lnTo>
                  <a:pt x="15869" y="29619"/>
                </a:lnTo>
                <a:lnTo>
                  <a:pt x="15380" y="29456"/>
                </a:lnTo>
                <a:lnTo>
                  <a:pt x="14891" y="29293"/>
                </a:lnTo>
                <a:lnTo>
                  <a:pt x="14402" y="29130"/>
                </a:lnTo>
                <a:lnTo>
                  <a:pt x="13858" y="29075"/>
                </a:lnTo>
                <a:lnTo>
                  <a:pt x="0" y="29075"/>
                </a:lnTo>
                <a:lnTo>
                  <a:pt x="0" y="30380"/>
                </a:lnTo>
                <a:lnTo>
                  <a:pt x="13695" y="30380"/>
                </a:lnTo>
                <a:lnTo>
                  <a:pt x="14130" y="30434"/>
                </a:lnTo>
                <a:lnTo>
                  <a:pt x="14511" y="30488"/>
                </a:lnTo>
                <a:lnTo>
                  <a:pt x="14891" y="30651"/>
                </a:lnTo>
                <a:lnTo>
                  <a:pt x="15271" y="30760"/>
                </a:lnTo>
                <a:lnTo>
                  <a:pt x="15597" y="30977"/>
                </a:lnTo>
                <a:lnTo>
                  <a:pt x="15923" y="31140"/>
                </a:lnTo>
                <a:lnTo>
                  <a:pt x="16195" y="31412"/>
                </a:lnTo>
                <a:lnTo>
                  <a:pt x="16467" y="31630"/>
                </a:lnTo>
                <a:lnTo>
                  <a:pt x="16684" y="31901"/>
                </a:lnTo>
                <a:lnTo>
                  <a:pt x="16902" y="32227"/>
                </a:lnTo>
                <a:lnTo>
                  <a:pt x="17065" y="32499"/>
                </a:lnTo>
                <a:lnTo>
                  <a:pt x="17228" y="32825"/>
                </a:lnTo>
                <a:lnTo>
                  <a:pt x="17336" y="33151"/>
                </a:lnTo>
                <a:lnTo>
                  <a:pt x="17391" y="33532"/>
                </a:lnTo>
                <a:lnTo>
                  <a:pt x="17391" y="33858"/>
                </a:lnTo>
                <a:lnTo>
                  <a:pt x="17391" y="47770"/>
                </a:lnTo>
                <a:lnTo>
                  <a:pt x="17445" y="48259"/>
                </a:lnTo>
                <a:lnTo>
                  <a:pt x="17500" y="48748"/>
                </a:lnTo>
                <a:lnTo>
                  <a:pt x="17663" y="49183"/>
                </a:lnTo>
                <a:lnTo>
                  <a:pt x="17826" y="49618"/>
                </a:lnTo>
                <a:lnTo>
                  <a:pt x="18043" y="50053"/>
                </a:lnTo>
                <a:lnTo>
                  <a:pt x="18369" y="50433"/>
                </a:lnTo>
                <a:lnTo>
                  <a:pt x="18641" y="50814"/>
                </a:lnTo>
                <a:lnTo>
                  <a:pt x="19021" y="51194"/>
                </a:lnTo>
                <a:lnTo>
                  <a:pt x="19402" y="51466"/>
                </a:lnTo>
                <a:lnTo>
                  <a:pt x="19836" y="51738"/>
                </a:lnTo>
                <a:lnTo>
                  <a:pt x="20271" y="52009"/>
                </a:lnTo>
                <a:lnTo>
                  <a:pt x="20760" y="52227"/>
                </a:lnTo>
                <a:lnTo>
                  <a:pt x="21249" y="52390"/>
                </a:lnTo>
                <a:lnTo>
                  <a:pt x="21738" y="52498"/>
                </a:lnTo>
                <a:lnTo>
                  <a:pt x="22282" y="52553"/>
                </a:lnTo>
                <a:lnTo>
                  <a:pt x="22825" y="52607"/>
                </a:lnTo>
                <a:lnTo>
                  <a:pt x="24999" y="52607"/>
                </a:lnTo>
                <a:lnTo>
                  <a:pt x="25597" y="52553"/>
                </a:lnTo>
                <a:lnTo>
                  <a:pt x="26141" y="52498"/>
                </a:lnTo>
                <a:lnTo>
                  <a:pt x="26630" y="52390"/>
                </a:lnTo>
                <a:lnTo>
                  <a:pt x="27119" y="52227"/>
                </a:lnTo>
                <a:lnTo>
                  <a:pt x="27608" y="52009"/>
                </a:lnTo>
                <a:lnTo>
                  <a:pt x="28043" y="51738"/>
                </a:lnTo>
                <a:lnTo>
                  <a:pt x="28477" y="51466"/>
                </a:lnTo>
                <a:lnTo>
                  <a:pt x="28858" y="51194"/>
                </a:lnTo>
                <a:lnTo>
                  <a:pt x="29238" y="50814"/>
                </a:lnTo>
                <a:lnTo>
                  <a:pt x="29510" y="50433"/>
                </a:lnTo>
                <a:lnTo>
                  <a:pt x="29782" y="50053"/>
                </a:lnTo>
                <a:lnTo>
                  <a:pt x="30053" y="49618"/>
                </a:lnTo>
                <a:lnTo>
                  <a:pt x="30216" y="49183"/>
                </a:lnTo>
                <a:lnTo>
                  <a:pt x="30325" y="48748"/>
                </a:lnTo>
                <a:lnTo>
                  <a:pt x="30434" y="48259"/>
                </a:lnTo>
                <a:lnTo>
                  <a:pt x="30434" y="47770"/>
                </a:lnTo>
                <a:lnTo>
                  <a:pt x="30434" y="16576"/>
                </a:lnTo>
                <a:lnTo>
                  <a:pt x="30488" y="16250"/>
                </a:lnTo>
                <a:lnTo>
                  <a:pt x="30543" y="15869"/>
                </a:lnTo>
                <a:lnTo>
                  <a:pt x="30651" y="15543"/>
                </a:lnTo>
                <a:lnTo>
                  <a:pt x="30760" y="15217"/>
                </a:lnTo>
                <a:lnTo>
                  <a:pt x="30977" y="14891"/>
                </a:lnTo>
                <a:lnTo>
                  <a:pt x="31140" y="14619"/>
                </a:lnTo>
                <a:lnTo>
                  <a:pt x="31412" y="14348"/>
                </a:lnTo>
                <a:lnTo>
                  <a:pt x="31684" y="14076"/>
                </a:lnTo>
                <a:lnTo>
                  <a:pt x="31955" y="13859"/>
                </a:lnTo>
                <a:lnTo>
                  <a:pt x="32282" y="13641"/>
                </a:lnTo>
                <a:lnTo>
                  <a:pt x="32608" y="13478"/>
                </a:lnTo>
                <a:lnTo>
                  <a:pt x="32988" y="13315"/>
                </a:lnTo>
                <a:lnTo>
                  <a:pt x="33368" y="13206"/>
                </a:lnTo>
                <a:lnTo>
                  <a:pt x="33749" y="13152"/>
                </a:lnTo>
                <a:lnTo>
                  <a:pt x="34184" y="13098"/>
                </a:lnTo>
                <a:lnTo>
                  <a:pt x="34564" y="13043"/>
                </a:lnTo>
                <a:lnTo>
                  <a:pt x="39347" y="13043"/>
                </a:lnTo>
                <a:lnTo>
                  <a:pt x="39781" y="13098"/>
                </a:lnTo>
                <a:lnTo>
                  <a:pt x="40216" y="13152"/>
                </a:lnTo>
                <a:lnTo>
                  <a:pt x="40596" y="13206"/>
                </a:lnTo>
                <a:lnTo>
                  <a:pt x="40977" y="13315"/>
                </a:lnTo>
                <a:lnTo>
                  <a:pt x="41357" y="13478"/>
                </a:lnTo>
                <a:lnTo>
                  <a:pt x="41683" y="13641"/>
                </a:lnTo>
                <a:lnTo>
                  <a:pt x="42009" y="13859"/>
                </a:lnTo>
                <a:lnTo>
                  <a:pt x="42281" y="14076"/>
                </a:lnTo>
                <a:lnTo>
                  <a:pt x="42553" y="14348"/>
                </a:lnTo>
                <a:lnTo>
                  <a:pt x="42770" y="14619"/>
                </a:lnTo>
                <a:lnTo>
                  <a:pt x="42988" y="14891"/>
                </a:lnTo>
                <a:lnTo>
                  <a:pt x="43151" y="15217"/>
                </a:lnTo>
                <a:lnTo>
                  <a:pt x="43314" y="15543"/>
                </a:lnTo>
                <a:lnTo>
                  <a:pt x="43422" y="15869"/>
                </a:lnTo>
                <a:lnTo>
                  <a:pt x="43477" y="16250"/>
                </a:lnTo>
                <a:lnTo>
                  <a:pt x="43477" y="16576"/>
                </a:lnTo>
                <a:lnTo>
                  <a:pt x="43477" y="19619"/>
                </a:lnTo>
                <a:lnTo>
                  <a:pt x="43531" y="20108"/>
                </a:lnTo>
                <a:lnTo>
                  <a:pt x="43585" y="20597"/>
                </a:lnTo>
                <a:lnTo>
                  <a:pt x="43749" y="21087"/>
                </a:lnTo>
                <a:lnTo>
                  <a:pt x="43912" y="21521"/>
                </a:lnTo>
                <a:lnTo>
                  <a:pt x="44129" y="21956"/>
                </a:lnTo>
                <a:lnTo>
                  <a:pt x="44455" y="22336"/>
                </a:lnTo>
                <a:lnTo>
                  <a:pt x="44727" y="22717"/>
                </a:lnTo>
                <a:lnTo>
                  <a:pt x="45107" y="23043"/>
                </a:lnTo>
                <a:lnTo>
                  <a:pt x="45488" y="23369"/>
                </a:lnTo>
                <a:lnTo>
                  <a:pt x="45922" y="23641"/>
                </a:lnTo>
                <a:lnTo>
                  <a:pt x="46357" y="23858"/>
                </a:lnTo>
                <a:lnTo>
                  <a:pt x="46846" y="24076"/>
                </a:lnTo>
                <a:lnTo>
                  <a:pt x="47335" y="24239"/>
                </a:lnTo>
                <a:lnTo>
                  <a:pt x="47824" y="24347"/>
                </a:lnTo>
                <a:lnTo>
                  <a:pt x="48368" y="24456"/>
                </a:lnTo>
                <a:lnTo>
                  <a:pt x="54726" y="24456"/>
                </a:lnTo>
                <a:lnTo>
                  <a:pt x="55270" y="24347"/>
                </a:lnTo>
                <a:lnTo>
                  <a:pt x="55759" y="24239"/>
                </a:lnTo>
                <a:lnTo>
                  <a:pt x="56248" y="24076"/>
                </a:lnTo>
                <a:lnTo>
                  <a:pt x="56737" y="23858"/>
                </a:lnTo>
                <a:lnTo>
                  <a:pt x="57172" y="23641"/>
                </a:lnTo>
                <a:lnTo>
                  <a:pt x="57607" y="23369"/>
                </a:lnTo>
                <a:lnTo>
                  <a:pt x="57987" y="23043"/>
                </a:lnTo>
                <a:lnTo>
                  <a:pt x="58368" y="22717"/>
                </a:lnTo>
                <a:lnTo>
                  <a:pt x="58639" y="22336"/>
                </a:lnTo>
                <a:lnTo>
                  <a:pt x="58911" y="21956"/>
                </a:lnTo>
                <a:lnTo>
                  <a:pt x="59183" y="21521"/>
                </a:lnTo>
                <a:lnTo>
                  <a:pt x="59346" y="21087"/>
                </a:lnTo>
                <a:lnTo>
                  <a:pt x="59454" y="20597"/>
                </a:lnTo>
                <a:lnTo>
                  <a:pt x="59563" y="20108"/>
                </a:lnTo>
                <a:lnTo>
                  <a:pt x="59563" y="19619"/>
                </a:lnTo>
                <a:lnTo>
                  <a:pt x="59563" y="4783"/>
                </a:lnTo>
                <a:lnTo>
                  <a:pt x="59617" y="4457"/>
                </a:lnTo>
                <a:lnTo>
                  <a:pt x="59672" y="4076"/>
                </a:lnTo>
                <a:lnTo>
                  <a:pt x="59781" y="3750"/>
                </a:lnTo>
                <a:lnTo>
                  <a:pt x="59889" y="3424"/>
                </a:lnTo>
                <a:lnTo>
                  <a:pt x="60107" y="3152"/>
                </a:lnTo>
                <a:lnTo>
                  <a:pt x="60270" y="2826"/>
                </a:lnTo>
                <a:lnTo>
                  <a:pt x="60541" y="2555"/>
                </a:lnTo>
                <a:lnTo>
                  <a:pt x="60813" y="2337"/>
                </a:lnTo>
                <a:lnTo>
                  <a:pt x="61085" y="2066"/>
                </a:lnTo>
                <a:lnTo>
                  <a:pt x="61411" y="1902"/>
                </a:lnTo>
                <a:lnTo>
                  <a:pt x="61737" y="1685"/>
                </a:lnTo>
                <a:lnTo>
                  <a:pt x="62117" y="1576"/>
                </a:lnTo>
                <a:lnTo>
                  <a:pt x="62498" y="1413"/>
                </a:lnTo>
                <a:lnTo>
                  <a:pt x="62878" y="1359"/>
                </a:lnTo>
                <a:lnTo>
                  <a:pt x="63313" y="1305"/>
                </a:lnTo>
                <a:lnTo>
                  <a:pt x="65432" y="1305"/>
                </a:lnTo>
                <a:lnTo>
                  <a:pt x="65867" y="1359"/>
                </a:lnTo>
                <a:lnTo>
                  <a:pt x="66248" y="1413"/>
                </a:lnTo>
                <a:lnTo>
                  <a:pt x="66628" y="1576"/>
                </a:lnTo>
                <a:lnTo>
                  <a:pt x="67009" y="1685"/>
                </a:lnTo>
                <a:lnTo>
                  <a:pt x="67335" y="1902"/>
                </a:lnTo>
                <a:lnTo>
                  <a:pt x="67661" y="2066"/>
                </a:lnTo>
                <a:lnTo>
                  <a:pt x="67932" y="2337"/>
                </a:lnTo>
                <a:lnTo>
                  <a:pt x="68204" y="2555"/>
                </a:lnTo>
                <a:lnTo>
                  <a:pt x="68422" y="2826"/>
                </a:lnTo>
                <a:lnTo>
                  <a:pt x="68639" y="3152"/>
                </a:lnTo>
                <a:lnTo>
                  <a:pt x="68802" y="3424"/>
                </a:lnTo>
                <a:lnTo>
                  <a:pt x="68965" y="3750"/>
                </a:lnTo>
                <a:lnTo>
                  <a:pt x="69074" y="4076"/>
                </a:lnTo>
                <a:lnTo>
                  <a:pt x="69128" y="4457"/>
                </a:lnTo>
                <a:lnTo>
                  <a:pt x="69128" y="4783"/>
                </a:lnTo>
                <a:lnTo>
                  <a:pt x="69128" y="41684"/>
                </a:lnTo>
                <a:lnTo>
                  <a:pt x="69182" y="42173"/>
                </a:lnTo>
                <a:lnTo>
                  <a:pt x="69237" y="42662"/>
                </a:lnTo>
                <a:lnTo>
                  <a:pt x="69400" y="43097"/>
                </a:lnTo>
                <a:lnTo>
                  <a:pt x="69563" y="43531"/>
                </a:lnTo>
                <a:lnTo>
                  <a:pt x="69780" y="43966"/>
                </a:lnTo>
                <a:lnTo>
                  <a:pt x="70106" y="44346"/>
                </a:lnTo>
                <a:lnTo>
                  <a:pt x="70378" y="44727"/>
                </a:lnTo>
                <a:lnTo>
                  <a:pt x="70758" y="45107"/>
                </a:lnTo>
                <a:lnTo>
                  <a:pt x="71139" y="45379"/>
                </a:lnTo>
                <a:lnTo>
                  <a:pt x="71574" y="45651"/>
                </a:lnTo>
                <a:lnTo>
                  <a:pt x="72008" y="45923"/>
                </a:lnTo>
                <a:lnTo>
                  <a:pt x="72497" y="46140"/>
                </a:lnTo>
                <a:lnTo>
                  <a:pt x="72987" y="46303"/>
                </a:lnTo>
                <a:lnTo>
                  <a:pt x="73476" y="46412"/>
                </a:lnTo>
                <a:lnTo>
                  <a:pt x="74019" y="46466"/>
                </a:lnTo>
                <a:lnTo>
                  <a:pt x="74563" y="46520"/>
                </a:lnTo>
                <a:lnTo>
                  <a:pt x="75160" y="46466"/>
                </a:lnTo>
                <a:lnTo>
                  <a:pt x="75704" y="46412"/>
                </a:lnTo>
                <a:lnTo>
                  <a:pt x="76193" y="46303"/>
                </a:lnTo>
                <a:lnTo>
                  <a:pt x="76682" y="46140"/>
                </a:lnTo>
                <a:lnTo>
                  <a:pt x="77171" y="45923"/>
                </a:lnTo>
                <a:lnTo>
                  <a:pt x="77606" y="45651"/>
                </a:lnTo>
                <a:lnTo>
                  <a:pt x="78041" y="45379"/>
                </a:lnTo>
                <a:lnTo>
                  <a:pt x="78421" y="45107"/>
                </a:lnTo>
                <a:lnTo>
                  <a:pt x="78802" y="44727"/>
                </a:lnTo>
                <a:lnTo>
                  <a:pt x="79073" y="44346"/>
                </a:lnTo>
                <a:lnTo>
                  <a:pt x="79345" y="43966"/>
                </a:lnTo>
                <a:lnTo>
                  <a:pt x="79617" y="43531"/>
                </a:lnTo>
                <a:lnTo>
                  <a:pt x="79780" y="43097"/>
                </a:lnTo>
                <a:lnTo>
                  <a:pt x="79888" y="42662"/>
                </a:lnTo>
                <a:lnTo>
                  <a:pt x="79997" y="42173"/>
                </a:lnTo>
                <a:lnTo>
                  <a:pt x="79997" y="41684"/>
                </a:lnTo>
                <a:lnTo>
                  <a:pt x="79997" y="29510"/>
                </a:lnTo>
                <a:lnTo>
                  <a:pt x="80051" y="29130"/>
                </a:lnTo>
                <a:lnTo>
                  <a:pt x="80106" y="28804"/>
                </a:lnTo>
                <a:lnTo>
                  <a:pt x="80215" y="28478"/>
                </a:lnTo>
                <a:lnTo>
                  <a:pt x="80323" y="28151"/>
                </a:lnTo>
                <a:lnTo>
                  <a:pt x="80541" y="27825"/>
                </a:lnTo>
                <a:lnTo>
                  <a:pt x="80704" y="27554"/>
                </a:lnTo>
                <a:lnTo>
                  <a:pt x="80975" y="27282"/>
                </a:lnTo>
                <a:lnTo>
                  <a:pt x="81247" y="27010"/>
                </a:lnTo>
                <a:lnTo>
                  <a:pt x="81519" y="26793"/>
                </a:lnTo>
                <a:lnTo>
                  <a:pt x="81845" y="26575"/>
                </a:lnTo>
                <a:lnTo>
                  <a:pt x="82171" y="26412"/>
                </a:lnTo>
                <a:lnTo>
                  <a:pt x="82551" y="26249"/>
                </a:lnTo>
                <a:lnTo>
                  <a:pt x="82932" y="26141"/>
                </a:lnTo>
                <a:lnTo>
                  <a:pt x="83312" y="26032"/>
                </a:lnTo>
                <a:lnTo>
                  <a:pt x="83747" y="25978"/>
                </a:lnTo>
                <a:lnTo>
                  <a:pt x="91681" y="25978"/>
                </a:lnTo>
                <a:lnTo>
                  <a:pt x="92225" y="25869"/>
                </a:lnTo>
                <a:lnTo>
                  <a:pt x="92714" y="25760"/>
                </a:lnTo>
                <a:lnTo>
                  <a:pt x="93203" y="25597"/>
                </a:lnTo>
                <a:lnTo>
                  <a:pt x="93692" y="25380"/>
                </a:lnTo>
                <a:lnTo>
                  <a:pt x="94127" y="25162"/>
                </a:lnTo>
                <a:lnTo>
                  <a:pt x="94562" y="24891"/>
                </a:lnTo>
                <a:lnTo>
                  <a:pt x="94942" y="24565"/>
                </a:lnTo>
                <a:lnTo>
                  <a:pt x="95323" y="24239"/>
                </a:lnTo>
                <a:lnTo>
                  <a:pt x="95594" y="23858"/>
                </a:lnTo>
                <a:lnTo>
                  <a:pt x="95866" y="23478"/>
                </a:lnTo>
                <a:lnTo>
                  <a:pt x="96138" y="23043"/>
                </a:lnTo>
                <a:lnTo>
                  <a:pt x="96301" y="22608"/>
                </a:lnTo>
                <a:lnTo>
                  <a:pt x="96410" y="22119"/>
                </a:lnTo>
                <a:lnTo>
                  <a:pt x="96518" y="21630"/>
                </a:lnTo>
                <a:lnTo>
                  <a:pt x="96518" y="21141"/>
                </a:lnTo>
                <a:lnTo>
                  <a:pt x="96518" y="16956"/>
                </a:lnTo>
                <a:lnTo>
                  <a:pt x="95214" y="16956"/>
                </a:lnTo>
                <a:lnTo>
                  <a:pt x="95214" y="21141"/>
                </a:lnTo>
                <a:lnTo>
                  <a:pt x="95214" y="21521"/>
                </a:lnTo>
                <a:lnTo>
                  <a:pt x="95160" y="21847"/>
                </a:lnTo>
                <a:lnTo>
                  <a:pt x="95051" y="22173"/>
                </a:lnTo>
                <a:lnTo>
                  <a:pt x="94888" y="22500"/>
                </a:lnTo>
                <a:lnTo>
                  <a:pt x="94725" y="22826"/>
                </a:lnTo>
                <a:lnTo>
                  <a:pt x="94507" y="23097"/>
                </a:lnTo>
                <a:lnTo>
                  <a:pt x="94290" y="23369"/>
                </a:lnTo>
                <a:lnTo>
                  <a:pt x="94018" y="23641"/>
                </a:lnTo>
                <a:lnTo>
                  <a:pt x="93747" y="23858"/>
                </a:lnTo>
                <a:lnTo>
                  <a:pt x="93421" y="24076"/>
                </a:lnTo>
                <a:lnTo>
                  <a:pt x="93094" y="24239"/>
                </a:lnTo>
                <a:lnTo>
                  <a:pt x="92714" y="24402"/>
                </a:lnTo>
                <a:lnTo>
                  <a:pt x="92334" y="24510"/>
                </a:lnTo>
                <a:lnTo>
                  <a:pt x="91953" y="24619"/>
                </a:lnTo>
                <a:lnTo>
                  <a:pt x="91518" y="24673"/>
                </a:lnTo>
                <a:lnTo>
                  <a:pt x="84127" y="24673"/>
                </a:lnTo>
                <a:lnTo>
                  <a:pt x="83584" y="24728"/>
                </a:lnTo>
                <a:lnTo>
                  <a:pt x="83041" y="24782"/>
                </a:lnTo>
                <a:lnTo>
                  <a:pt x="82551" y="24891"/>
                </a:lnTo>
                <a:lnTo>
                  <a:pt x="82062" y="25054"/>
                </a:lnTo>
                <a:lnTo>
                  <a:pt x="81573" y="25271"/>
                </a:lnTo>
                <a:lnTo>
                  <a:pt x="81138" y="25489"/>
                </a:lnTo>
                <a:lnTo>
                  <a:pt x="80704" y="25760"/>
                </a:lnTo>
                <a:lnTo>
                  <a:pt x="80323" y="26086"/>
                </a:lnTo>
                <a:lnTo>
                  <a:pt x="79943" y="26412"/>
                </a:lnTo>
                <a:lnTo>
                  <a:pt x="79671" y="26793"/>
                </a:lnTo>
                <a:lnTo>
                  <a:pt x="79345" y="27228"/>
                </a:lnTo>
                <a:lnTo>
                  <a:pt x="79128" y="27608"/>
                </a:lnTo>
                <a:lnTo>
                  <a:pt x="78965" y="28097"/>
                </a:lnTo>
                <a:lnTo>
                  <a:pt x="78802" y="28532"/>
                </a:lnTo>
                <a:lnTo>
                  <a:pt x="78747" y="29021"/>
                </a:lnTo>
                <a:lnTo>
                  <a:pt x="78693" y="29510"/>
                </a:lnTo>
                <a:lnTo>
                  <a:pt x="78693" y="41684"/>
                </a:lnTo>
                <a:lnTo>
                  <a:pt x="78693" y="42010"/>
                </a:lnTo>
                <a:lnTo>
                  <a:pt x="78639" y="42390"/>
                </a:lnTo>
                <a:lnTo>
                  <a:pt x="78530" y="42716"/>
                </a:lnTo>
                <a:lnTo>
                  <a:pt x="78367" y="43042"/>
                </a:lnTo>
                <a:lnTo>
                  <a:pt x="78204" y="43368"/>
                </a:lnTo>
                <a:lnTo>
                  <a:pt x="77986" y="43640"/>
                </a:lnTo>
                <a:lnTo>
                  <a:pt x="77769" y="43912"/>
                </a:lnTo>
                <a:lnTo>
                  <a:pt x="77497" y="44183"/>
                </a:lnTo>
                <a:lnTo>
                  <a:pt x="77226" y="44401"/>
                </a:lnTo>
                <a:lnTo>
                  <a:pt x="76899" y="44618"/>
                </a:lnTo>
                <a:lnTo>
                  <a:pt x="76573" y="44781"/>
                </a:lnTo>
                <a:lnTo>
                  <a:pt x="76193" y="44944"/>
                </a:lnTo>
                <a:lnTo>
                  <a:pt x="75813" y="45053"/>
                </a:lnTo>
                <a:lnTo>
                  <a:pt x="75432" y="45107"/>
                </a:lnTo>
                <a:lnTo>
                  <a:pt x="74997" y="45162"/>
                </a:lnTo>
                <a:lnTo>
                  <a:pt x="74563" y="45216"/>
                </a:lnTo>
                <a:lnTo>
                  <a:pt x="74182" y="45162"/>
                </a:lnTo>
                <a:lnTo>
                  <a:pt x="73747" y="45107"/>
                </a:lnTo>
                <a:lnTo>
                  <a:pt x="73367" y="45053"/>
                </a:lnTo>
                <a:lnTo>
                  <a:pt x="72987" y="44944"/>
                </a:lnTo>
                <a:lnTo>
                  <a:pt x="72606" y="44781"/>
                </a:lnTo>
                <a:lnTo>
                  <a:pt x="72280" y="44618"/>
                </a:lnTo>
                <a:lnTo>
                  <a:pt x="71954" y="44401"/>
                </a:lnTo>
                <a:lnTo>
                  <a:pt x="71682" y="44183"/>
                </a:lnTo>
                <a:lnTo>
                  <a:pt x="71411" y="43912"/>
                </a:lnTo>
                <a:lnTo>
                  <a:pt x="71139" y="43640"/>
                </a:lnTo>
                <a:lnTo>
                  <a:pt x="70976" y="43368"/>
                </a:lnTo>
                <a:lnTo>
                  <a:pt x="70758" y="43042"/>
                </a:lnTo>
                <a:lnTo>
                  <a:pt x="70650" y="42716"/>
                </a:lnTo>
                <a:lnTo>
                  <a:pt x="70541" y="42390"/>
                </a:lnTo>
                <a:lnTo>
                  <a:pt x="70487" y="42010"/>
                </a:lnTo>
                <a:lnTo>
                  <a:pt x="70432" y="41684"/>
                </a:lnTo>
                <a:lnTo>
                  <a:pt x="70432" y="4783"/>
                </a:lnTo>
                <a:lnTo>
                  <a:pt x="70432" y="4294"/>
                </a:lnTo>
                <a:lnTo>
                  <a:pt x="70324" y="3859"/>
                </a:lnTo>
                <a:lnTo>
                  <a:pt x="70215" y="3370"/>
                </a:lnTo>
                <a:lnTo>
                  <a:pt x="70052" y="2935"/>
                </a:lnTo>
                <a:lnTo>
                  <a:pt x="69780" y="2500"/>
                </a:lnTo>
                <a:lnTo>
                  <a:pt x="69508" y="2120"/>
                </a:lnTo>
                <a:lnTo>
                  <a:pt x="69237" y="1739"/>
                </a:lnTo>
                <a:lnTo>
                  <a:pt x="68856" y="1413"/>
                </a:lnTo>
                <a:lnTo>
                  <a:pt x="68476" y="1087"/>
                </a:lnTo>
                <a:lnTo>
                  <a:pt x="68041" y="816"/>
                </a:lnTo>
                <a:lnTo>
                  <a:pt x="67606" y="544"/>
                </a:lnTo>
                <a:lnTo>
                  <a:pt x="67117" y="381"/>
                </a:lnTo>
                <a:lnTo>
                  <a:pt x="66628" y="218"/>
                </a:lnTo>
                <a:lnTo>
                  <a:pt x="66139" y="55"/>
                </a:lnTo>
                <a:lnTo>
                  <a:pt x="65596" y="0"/>
                </a:lnTo>
                <a:close/>
              </a:path>
            </a:pathLst>
          </a:custGeom>
          <a:gradFill>
            <a:gsLst>
              <a:gs pos="0">
                <a:srgbClr val="651428"/>
              </a:gs>
              <a:gs pos="23000">
                <a:srgbClr val="C9274F"/>
              </a:gs>
              <a:gs pos="49000">
                <a:srgbClr val="FF6666"/>
              </a:gs>
              <a:gs pos="77000">
                <a:srgbClr val="FFB174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1366366" y="3000833"/>
            <a:ext cx="467670" cy="473516"/>
          </a:xfrm>
          <a:custGeom>
            <a:avLst/>
            <a:gdLst/>
            <a:ahLst/>
            <a:cxnLst/>
            <a:rect l="l" t="t" r="r" b="b"/>
            <a:pathLst>
              <a:path w="6739" h="6739" extrusionOk="0">
                <a:moveTo>
                  <a:pt x="3043" y="0"/>
                </a:moveTo>
                <a:lnTo>
                  <a:pt x="2663" y="54"/>
                </a:lnTo>
                <a:lnTo>
                  <a:pt x="2391" y="163"/>
                </a:lnTo>
                <a:lnTo>
                  <a:pt x="2065" y="272"/>
                </a:lnTo>
                <a:lnTo>
                  <a:pt x="1467" y="543"/>
                </a:lnTo>
                <a:lnTo>
                  <a:pt x="978" y="978"/>
                </a:lnTo>
                <a:lnTo>
                  <a:pt x="598" y="1467"/>
                </a:lnTo>
                <a:lnTo>
                  <a:pt x="272" y="2065"/>
                </a:lnTo>
                <a:lnTo>
                  <a:pt x="163" y="2391"/>
                </a:lnTo>
                <a:lnTo>
                  <a:pt x="54" y="2663"/>
                </a:lnTo>
                <a:lnTo>
                  <a:pt x="0" y="3043"/>
                </a:lnTo>
                <a:lnTo>
                  <a:pt x="0" y="3369"/>
                </a:lnTo>
                <a:lnTo>
                  <a:pt x="0" y="3696"/>
                </a:lnTo>
                <a:lnTo>
                  <a:pt x="54" y="4076"/>
                </a:lnTo>
                <a:lnTo>
                  <a:pt x="163" y="4348"/>
                </a:lnTo>
                <a:lnTo>
                  <a:pt x="272" y="4674"/>
                </a:lnTo>
                <a:lnTo>
                  <a:pt x="598" y="5272"/>
                </a:lnTo>
                <a:lnTo>
                  <a:pt x="978" y="5761"/>
                </a:lnTo>
                <a:lnTo>
                  <a:pt x="1467" y="6141"/>
                </a:lnTo>
                <a:lnTo>
                  <a:pt x="2065" y="6467"/>
                </a:lnTo>
                <a:lnTo>
                  <a:pt x="2391" y="6576"/>
                </a:lnTo>
                <a:lnTo>
                  <a:pt x="2663" y="6685"/>
                </a:lnTo>
                <a:lnTo>
                  <a:pt x="3043" y="6739"/>
                </a:lnTo>
                <a:lnTo>
                  <a:pt x="3696" y="6739"/>
                </a:lnTo>
                <a:lnTo>
                  <a:pt x="4076" y="6685"/>
                </a:lnTo>
                <a:lnTo>
                  <a:pt x="4348" y="6576"/>
                </a:lnTo>
                <a:lnTo>
                  <a:pt x="4674" y="6467"/>
                </a:lnTo>
                <a:lnTo>
                  <a:pt x="5272" y="6141"/>
                </a:lnTo>
                <a:lnTo>
                  <a:pt x="5761" y="5761"/>
                </a:lnTo>
                <a:lnTo>
                  <a:pt x="6141" y="5272"/>
                </a:lnTo>
                <a:lnTo>
                  <a:pt x="6467" y="4674"/>
                </a:lnTo>
                <a:lnTo>
                  <a:pt x="6576" y="4348"/>
                </a:lnTo>
                <a:lnTo>
                  <a:pt x="6685" y="4076"/>
                </a:lnTo>
                <a:lnTo>
                  <a:pt x="6739" y="3696"/>
                </a:lnTo>
                <a:lnTo>
                  <a:pt x="6739" y="3369"/>
                </a:lnTo>
                <a:lnTo>
                  <a:pt x="6739" y="3043"/>
                </a:lnTo>
                <a:lnTo>
                  <a:pt x="6685" y="2663"/>
                </a:lnTo>
                <a:lnTo>
                  <a:pt x="6576" y="2391"/>
                </a:lnTo>
                <a:lnTo>
                  <a:pt x="6467" y="2065"/>
                </a:lnTo>
                <a:lnTo>
                  <a:pt x="6141" y="1467"/>
                </a:lnTo>
                <a:lnTo>
                  <a:pt x="5761" y="978"/>
                </a:lnTo>
                <a:lnTo>
                  <a:pt x="5272" y="543"/>
                </a:lnTo>
                <a:lnTo>
                  <a:pt x="4674" y="272"/>
                </a:lnTo>
                <a:lnTo>
                  <a:pt x="4348" y="163"/>
                </a:lnTo>
                <a:lnTo>
                  <a:pt x="4076" y="54"/>
                </a:lnTo>
                <a:lnTo>
                  <a:pt x="3696" y="0"/>
                </a:lnTo>
                <a:close/>
              </a:path>
            </a:pathLst>
          </a:custGeom>
          <a:solidFill>
            <a:srgbClr val="6514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3326025" y="3204437"/>
            <a:ext cx="467739" cy="477380"/>
          </a:xfrm>
          <a:custGeom>
            <a:avLst/>
            <a:gdLst/>
            <a:ahLst/>
            <a:cxnLst/>
            <a:rect l="l" t="t" r="r" b="b"/>
            <a:pathLst>
              <a:path w="6740" h="6794" extrusionOk="0">
                <a:moveTo>
                  <a:pt x="3370" y="1"/>
                </a:moveTo>
                <a:lnTo>
                  <a:pt x="3044" y="55"/>
                </a:lnTo>
                <a:lnTo>
                  <a:pt x="2664" y="109"/>
                </a:lnTo>
                <a:lnTo>
                  <a:pt x="2392" y="164"/>
                </a:lnTo>
                <a:lnTo>
                  <a:pt x="2066" y="272"/>
                </a:lnTo>
                <a:lnTo>
                  <a:pt x="1468" y="598"/>
                </a:lnTo>
                <a:lnTo>
                  <a:pt x="979" y="1033"/>
                </a:lnTo>
                <a:lnTo>
                  <a:pt x="598" y="1522"/>
                </a:lnTo>
                <a:lnTo>
                  <a:pt x="272" y="2066"/>
                </a:lnTo>
                <a:lnTo>
                  <a:pt x="164" y="2392"/>
                </a:lnTo>
                <a:lnTo>
                  <a:pt x="55" y="2718"/>
                </a:lnTo>
                <a:lnTo>
                  <a:pt x="1" y="3044"/>
                </a:lnTo>
                <a:lnTo>
                  <a:pt x="1" y="3370"/>
                </a:lnTo>
                <a:lnTo>
                  <a:pt x="1" y="3750"/>
                </a:lnTo>
                <a:lnTo>
                  <a:pt x="55" y="4076"/>
                </a:lnTo>
                <a:lnTo>
                  <a:pt x="164" y="4403"/>
                </a:lnTo>
                <a:lnTo>
                  <a:pt x="272" y="4729"/>
                </a:lnTo>
                <a:lnTo>
                  <a:pt x="598" y="5272"/>
                </a:lnTo>
                <a:lnTo>
                  <a:pt x="979" y="5761"/>
                </a:lnTo>
                <a:lnTo>
                  <a:pt x="1468" y="6196"/>
                </a:lnTo>
                <a:lnTo>
                  <a:pt x="2066" y="6522"/>
                </a:lnTo>
                <a:lnTo>
                  <a:pt x="2392" y="6631"/>
                </a:lnTo>
                <a:lnTo>
                  <a:pt x="2664" y="6685"/>
                </a:lnTo>
                <a:lnTo>
                  <a:pt x="3044" y="6739"/>
                </a:lnTo>
                <a:lnTo>
                  <a:pt x="3370" y="6794"/>
                </a:lnTo>
                <a:lnTo>
                  <a:pt x="3696" y="6739"/>
                </a:lnTo>
                <a:lnTo>
                  <a:pt x="4077" y="6685"/>
                </a:lnTo>
                <a:lnTo>
                  <a:pt x="4348" y="6631"/>
                </a:lnTo>
                <a:lnTo>
                  <a:pt x="4674" y="6522"/>
                </a:lnTo>
                <a:lnTo>
                  <a:pt x="5272" y="6196"/>
                </a:lnTo>
                <a:lnTo>
                  <a:pt x="5761" y="5761"/>
                </a:lnTo>
                <a:lnTo>
                  <a:pt x="6142" y="5272"/>
                </a:lnTo>
                <a:lnTo>
                  <a:pt x="6468" y="4729"/>
                </a:lnTo>
                <a:lnTo>
                  <a:pt x="6576" y="4403"/>
                </a:lnTo>
                <a:lnTo>
                  <a:pt x="6685" y="4076"/>
                </a:lnTo>
                <a:lnTo>
                  <a:pt x="6739" y="3750"/>
                </a:lnTo>
                <a:lnTo>
                  <a:pt x="6739" y="3370"/>
                </a:lnTo>
                <a:lnTo>
                  <a:pt x="6739" y="3044"/>
                </a:lnTo>
                <a:lnTo>
                  <a:pt x="6685" y="2718"/>
                </a:lnTo>
                <a:lnTo>
                  <a:pt x="6576" y="2392"/>
                </a:lnTo>
                <a:lnTo>
                  <a:pt x="6468" y="2066"/>
                </a:lnTo>
                <a:lnTo>
                  <a:pt x="6142" y="1522"/>
                </a:lnTo>
                <a:lnTo>
                  <a:pt x="5761" y="1033"/>
                </a:lnTo>
                <a:lnTo>
                  <a:pt x="5272" y="598"/>
                </a:lnTo>
                <a:lnTo>
                  <a:pt x="4674" y="272"/>
                </a:lnTo>
                <a:lnTo>
                  <a:pt x="4348" y="164"/>
                </a:lnTo>
                <a:lnTo>
                  <a:pt x="4077" y="109"/>
                </a:lnTo>
                <a:lnTo>
                  <a:pt x="3696" y="55"/>
                </a:lnTo>
                <a:lnTo>
                  <a:pt x="3370" y="1"/>
                </a:lnTo>
                <a:close/>
              </a:path>
            </a:pathLst>
          </a:custGeom>
          <a:solidFill>
            <a:srgbClr val="C92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7681390" y="2263955"/>
            <a:ext cx="467670" cy="477451"/>
          </a:xfrm>
          <a:custGeom>
            <a:avLst/>
            <a:gdLst/>
            <a:ahLst/>
            <a:cxnLst/>
            <a:rect l="l" t="t" r="r" b="b"/>
            <a:pathLst>
              <a:path w="6739" h="6795" extrusionOk="0">
                <a:moveTo>
                  <a:pt x="3369" y="1"/>
                </a:moveTo>
                <a:lnTo>
                  <a:pt x="3043" y="55"/>
                </a:lnTo>
                <a:lnTo>
                  <a:pt x="2663" y="110"/>
                </a:lnTo>
                <a:lnTo>
                  <a:pt x="2391" y="164"/>
                </a:lnTo>
                <a:lnTo>
                  <a:pt x="2065" y="273"/>
                </a:lnTo>
                <a:lnTo>
                  <a:pt x="1467" y="599"/>
                </a:lnTo>
                <a:lnTo>
                  <a:pt x="978" y="1034"/>
                </a:lnTo>
                <a:lnTo>
                  <a:pt x="598" y="1523"/>
                </a:lnTo>
                <a:lnTo>
                  <a:pt x="272" y="2066"/>
                </a:lnTo>
                <a:lnTo>
                  <a:pt x="163" y="2392"/>
                </a:lnTo>
                <a:lnTo>
                  <a:pt x="54" y="2718"/>
                </a:lnTo>
                <a:lnTo>
                  <a:pt x="0" y="3044"/>
                </a:lnTo>
                <a:lnTo>
                  <a:pt x="0" y="3370"/>
                </a:lnTo>
                <a:lnTo>
                  <a:pt x="0" y="3751"/>
                </a:lnTo>
                <a:lnTo>
                  <a:pt x="54" y="4077"/>
                </a:lnTo>
                <a:lnTo>
                  <a:pt x="163" y="4403"/>
                </a:lnTo>
                <a:lnTo>
                  <a:pt x="272" y="4729"/>
                </a:lnTo>
                <a:lnTo>
                  <a:pt x="598" y="5273"/>
                </a:lnTo>
                <a:lnTo>
                  <a:pt x="978" y="5762"/>
                </a:lnTo>
                <a:lnTo>
                  <a:pt x="1467" y="6196"/>
                </a:lnTo>
                <a:lnTo>
                  <a:pt x="2065" y="6522"/>
                </a:lnTo>
                <a:lnTo>
                  <a:pt x="2391" y="6631"/>
                </a:lnTo>
                <a:lnTo>
                  <a:pt x="2663" y="6685"/>
                </a:lnTo>
                <a:lnTo>
                  <a:pt x="3043" y="6740"/>
                </a:lnTo>
                <a:lnTo>
                  <a:pt x="3369" y="6794"/>
                </a:lnTo>
                <a:lnTo>
                  <a:pt x="3696" y="6740"/>
                </a:lnTo>
                <a:lnTo>
                  <a:pt x="4076" y="6685"/>
                </a:lnTo>
                <a:lnTo>
                  <a:pt x="4348" y="6631"/>
                </a:lnTo>
                <a:lnTo>
                  <a:pt x="4674" y="6522"/>
                </a:lnTo>
                <a:lnTo>
                  <a:pt x="5272" y="6196"/>
                </a:lnTo>
                <a:lnTo>
                  <a:pt x="5761" y="5762"/>
                </a:lnTo>
                <a:lnTo>
                  <a:pt x="6141" y="5273"/>
                </a:lnTo>
                <a:lnTo>
                  <a:pt x="6467" y="4729"/>
                </a:lnTo>
                <a:lnTo>
                  <a:pt x="6576" y="4403"/>
                </a:lnTo>
                <a:lnTo>
                  <a:pt x="6685" y="4077"/>
                </a:lnTo>
                <a:lnTo>
                  <a:pt x="6739" y="3751"/>
                </a:lnTo>
                <a:lnTo>
                  <a:pt x="6739" y="3370"/>
                </a:lnTo>
                <a:lnTo>
                  <a:pt x="6739" y="3044"/>
                </a:lnTo>
                <a:lnTo>
                  <a:pt x="6685" y="2718"/>
                </a:lnTo>
                <a:lnTo>
                  <a:pt x="6576" y="2392"/>
                </a:lnTo>
                <a:lnTo>
                  <a:pt x="6467" y="2066"/>
                </a:lnTo>
                <a:lnTo>
                  <a:pt x="6141" y="1523"/>
                </a:lnTo>
                <a:lnTo>
                  <a:pt x="5761" y="1034"/>
                </a:lnTo>
                <a:lnTo>
                  <a:pt x="5272" y="599"/>
                </a:lnTo>
                <a:lnTo>
                  <a:pt x="4674" y="273"/>
                </a:lnTo>
                <a:lnTo>
                  <a:pt x="4348" y="164"/>
                </a:lnTo>
                <a:lnTo>
                  <a:pt x="4076" y="110"/>
                </a:lnTo>
                <a:lnTo>
                  <a:pt x="3696" y="55"/>
                </a:lnTo>
                <a:lnTo>
                  <a:pt x="336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5957607" y="1983134"/>
            <a:ext cx="467670" cy="477380"/>
          </a:xfrm>
          <a:custGeom>
            <a:avLst/>
            <a:gdLst/>
            <a:ahLst/>
            <a:cxnLst/>
            <a:rect l="l" t="t" r="r" b="b"/>
            <a:pathLst>
              <a:path w="6739" h="6794" extrusionOk="0">
                <a:moveTo>
                  <a:pt x="3369" y="1"/>
                </a:moveTo>
                <a:lnTo>
                  <a:pt x="3043" y="55"/>
                </a:lnTo>
                <a:lnTo>
                  <a:pt x="2663" y="109"/>
                </a:lnTo>
                <a:lnTo>
                  <a:pt x="2391" y="164"/>
                </a:lnTo>
                <a:lnTo>
                  <a:pt x="2065" y="272"/>
                </a:lnTo>
                <a:lnTo>
                  <a:pt x="1467" y="598"/>
                </a:lnTo>
                <a:lnTo>
                  <a:pt x="978" y="1033"/>
                </a:lnTo>
                <a:lnTo>
                  <a:pt x="598" y="1522"/>
                </a:lnTo>
                <a:lnTo>
                  <a:pt x="272" y="2066"/>
                </a:lnTo>
                <a:lnTo>
                  <a:pt x="163" y="2392"/>
                </a:lnTo>
                <a:lnTo>
                  <a:pt x="54" y="2718"/>
                </a:lnTo>
                <a:lnTo>
                  <a:pt x="0" y="3044"/>
                </a:lnTo>
                <a:lnTo>
                  <a:pt x="0" y="3370"/>
                </a:lnTo>
                <a:lnTo>
                  <a:pt x="0" y="3751"/>
                </a:lnTo>
                <a:lnTo>
                  <a:pt x="54" y="4077"/>
                </a:lnTo>
                <a:lnTo>
                  <a:pt x="163" y="4403"/>
                </a:lnTo>
                <a:lnTo>
                  <a:pt x="272" y="4729"/>
                </a:lnTo>
                <a:lnTo>
                  <a:pt x="598" y="5272"/>
                </a:lnTo>
                <a:lnTo>
                  <a:pt x="978" y="5761"/>
                </a:lnTo>
                <a:lnTo>
                  <a:pt x="1467" y="6196"/>
                </a:lnTo>
                <a:lnTo>
                  <a:pt x="2065" y="6522"/>
                </a:lnTo>
                <a:lnTo>
                  <a:pt x="2391" y="6631"/>
                </a:lnTo>
                <a:lnTo>
                  <a:pt x="2663" y="6685"/>
                </a:lnTo>
                <a:lnTo>
                  <a:pt x="3043" y="6740"/>
                </a:lnTo>
                <a:lnTo>
                  <a:pt x="3369" y="6794"/>
                </a:lnTo>
                <a:lnTo>
                  <a:pt x="3696" y="6740"/>
                </a:lnTo>
                <a:lnTo>
                  <a:pt x="4076" y="6685"/>
                </a:lnTo>
                <a:lnTo>
                  <a:pt x="4348" y="6631"/>
                </a:lnTo>
                <a:lnTo>
                  <a:pt x="4674" y="6522"/>
                </a:lnTo>
                <a:lnTo>
                  <a:pt x="5272" y="6196"/>
                </a:lnTo>
                <a:lnTo>
                  <a:pt x="5761" y="5761"/>
                </a:lnTo>
                <a:lnTo>
                  <a:pt x="6141" y="5272"/>
                </a:lnTo>
                <a:lnTo>
                  <a:pt x="6467" y="4729"/>
                </a:lnTo>
                <a:lnTo>
                  <a:pt x="6576" y="4403"/>
                </a:lnTo>
                <a:lnTo>
                  <a:pt x="6685" y="4077"/>
                </a:lnTo>
                <a:lnTo>
                  <a:pt x="6739" y="3751"/>
                </a:lnTo>
                <a:lnTo>
                  <a:pt x="6739" y="3370"/>
                </a:lnTo>
                <a:lnTo>
                  <a:pt x="6739" y="3044"/>
                </a:lnTo>
                <a:lnTo>
                  <a:pt x="6685" y="2718"/>
                </a:lnTo>
                <a:lnTo>
                  <a:pt x="6576" y="2392"/>
                </a:lnTo>
                <a:lnTo>
                  <a:pt x="6467" y="2066"/>
                </a:lnTo>
                <a:lnTo>
                  <a:pt x="6141" y="1522"/>
                </a:lnTo>
                <a:lnTo>
                  <a:pt x="5761" y="1033"/>
                </a:lnTo>
                <a:lnTo>
                  <a:pt x="5272" y="598"/>
                </a:lnTo>
                <a:lnTo>
                  <a:pt x="4674" y="272"/>
                </a:lnTo>
                <a:lnTo>
                  <a:pt x="4348" y="164"/>
                </a:lnTo>
                <a:lnTo>
                  <a:pt x="4076" y="109"/>
                </a:lnTo>
                <a:lnTo>
                  <a:pt x="3696" y="55"/>
                </a:lnTo>
                <a:lnTo>
                  <a:pt x="3369" y="1"/>
                </a:lnTo>
                <a:close/>
              </a:path>
            </a:pathLst>
          </a:custGeom>
          <a:solidFill>
            <a:srgbClr val="FFB1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3846720" y="1981469"/>
            <a:ext cx="467739" cy="477451"/>
          </a:xfrm>
          <a:custGeom>
            <a:avLst/>
            <a:gdLst/>
            <a:ahLst/>
            <a:cxnLst/>
            <a:rect l="l" t="t" r="r" b="b"/>
            <a:pathLst>
              <a:path w="6740" h="6795" extrusionOk="0">
                <a:moveTo>
                  <a:pt x="3370" y="1"/>
                </a:moveTo>
                <a:lnTo>
                  <a:pt x="3044" y="55"/>
                </a:lnTo>
                <a:lnTo>
                  <a:pt x="2664" y="110"/>
                </a:lnTo>
                <a:lnTo>
                  <a:pt x="2392" y="164"/>
                </a:lnTo>
                <a:lnTo>
                  <a:pt x="2066" y="273"/>
                </a:lnTo>
                <a:lnTo>
                  <a:pt x="1468" y="599"/>
                </a:lnTo>
                <a:lnTo>
                  <a:pt x="979" y="1033"/>
                </a:lnTo>
                <a:lnTo>
                  <a:pt x="599" y="1523"/>
                </a:lnTo>
                <a:lnTo>
                  <a:pt x="273" y="2066"/>
                </a:lnTo>
                <a:lnTo>
                  <a:pt x="164" y="2392"/>
                </a:lnTo>
                <a:lnTo>
                  <a:pt x="55" y="2718"/>
                </a:lnTo>
                <a:lnTo>
                  <a:pt x="1" y="3044"/>
                </a:lnTo>
                <a:lnTo>
                  <a:pt x="1" y="3370"/>
                </a:lnTo>
                <a:lnTo>
                  <a:pt x="1" y="3751"/>
                </a:lnTo>
                <a:lnTo>
                  <a:pt x="55" y="4077"/>
                </a:lnTo>
                <a:lnTo>
                  <a:pt x="164" y="4403"/>
                </a:lnTo>
                <a:lnTo>
                  <a:pt x="273" y="4729"/>
                </a:lnTo>
                <a:lnTo>
                  <a:pt x="599" y="5272"/>
                </a:lnTo>
                <a:lnTo>
                  <a:pt x="979" y="5761"/>
                </a:lnTo>
                <a:lnTo>
                  <a:pt x="1468" y="6196"/>
                </a:lnTo>
                <a:lnTo>
                  <a:pt x="2066" y="6522"/>
                </a:lnTo>
                <a:lnTo>
                  <a:pt x="2392" y="6631"/>
                </a:lnTo>
                <a:lnTo>
                  <a:pt x="2664" y="6685"/>
                </a:lnTo>
                <a:lnTo>
                  <a:pt x="3044" y="6740"/>
                </a:lnTo>
                <a:lnTo>
                  <a:pt x="3370" y="6794"/>
                </a:lnTo>
                <a:lnTo>
                  <a:pt x="3696" y="6740"/>
                </a:lnTo>
                <a:lnTo>
                  <a:pt x="4077" y="6685"/>
                </a:lnTo>
                <a:lnTo>
                  <a:pt x="4348" y="6631"/>
                </a:lnTo>
                <a:lnTo>
                  <a:pt x="4675" y="6522"/>
                </a:lnTo>
                <a:lnTo>
                  <a:pt x="5272" y="6196"/>
                </a:lnTo>
                <a:lnTo>
                  <a:pt x="5761" y="5761"/>
                </a:lnTo>
                <a:lnTo>
                  <a:pt x="6142" y="5272"/>
                </a:lnTo>
                <a:lnTo>
                  <a:pt x="6468" y="4729"/>
                </a:lnTo>
                <a:lnTo>
                  <a:pt x="6577" y="4403"/>
                </a:lnTo>
                <a:lnTo>
                  <a:pt x="6685" y="4077"/>
                </a:lnTo>
                <a:lnTo>
                  <a:pt x="6740" y="3751"/>
                </a:lnTo>
                <a:lnTo>
                  <a:pt x="6740" y="3370"/>
                </a:lnTo>
                <a:lnTo>
                  <a:pt x="6740" y="3044"/>
                </a:lnTo>
                <a:lnTo>
                  <a:pt x="6685" y="2718"/>
                </a:lnTo>
                <a:lnTo>
                  <a:pt x="6577" y="2392"/>
                </a:lnTo>
                <a:lnTo>
                  <a:pt x="6468" y="2066"/>
                </a:lnTo>
                <a:lnTo>
                  <a:pt x="6142" y="1523"/>
                </a:lnTo>
                <a:lnTo>
                  <a:pt x="5761" y="1033"/>
                </a:lnTo>
                <a:lnTo>
                  <a:pt x="5272" y="599"/>
                </a:lnTo>
                <a:lnTo>
                  <a:pt x="4675" y="273"/>
                </a:lnTo>
                <a:lnTo>
                  <a:pt x="4348" y="164"/>
                </a:lnTo>
                <a:lnTo>
                  <a:pt x="4077" y="110"/>
                </a:lnTo>
                <a:lnTo>
                  <a:pt x="3696" y="55"/>
                </a:lnTo>
                <a:lnTo>
                  <a:pt x="3370" y="1"/>
                </a:lnTo>
                <a:close/>
              </a:path>
            </a:pathLst>
          </a:custGeom>
          <a:solidFill>
            <a:srgbClr val="C92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" name="Google Shape;348;p19"/>
          <p:cNvGrpSpPr/>
          <p:nvPr/>
        </p:nvGrpSpPr>
        <p:grpSpPr>
          <a:xfrm>
            <a:off x="6559713" y="1385923"/>
            <a:ext cx="237979" cy="852830"/>
            <a:chOff x="6215336" y="1495425"/>
            <a:chExt cx="194700" cy="437813"/>
          </a:xfrm>
        </p:grpSpPr>
        <p:cxnSp>
          <p:nvCxnSpPr>
            <p:cNvPr id="349" name="Google Shape;349;p19"/>
            <p:cNvCxnSpPr/>
            <p:nvPr/>
          </p:nvCxnSpPr>
          <p:spPr>
            <a:xfrm>
              <a:off x="6410036" y="1495425"/>
              <a:ext cx="0" cy="4356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19"/>
            <p:cNvCxnSpPr/>
            <p:nvPr/>
          </p:nvCxnSpPr>
          <p:spPr>
            <a:xfrm>
              <a:off x="6215336" y="1931138"/>
              <a:ext cx="194700" cy="2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2" name="Google Shape;352;p19"/>
          <p:cNvGrpSpPr/>
          <p:nvPr/>
        </p:nvGrpSpPr>
        <p:grpSpPr>
          <a:xfrm>
            <a:off x="3939590" y="3417816"/>
            <a:ext cx="566887" cy="264001"/>
            <a:chOff x="3833686" y="3914913"/>
            <a:chExt cx="327000" cy="314100"/>
          </a:xfrm>
        </p:grpSpPr>
        <p:cxnSp>
          <p:nvCxnSpPr>
            <p:cNvPr id="353" name="Google Shape;353;p19"/>
            <p:cNvCxnSpPr/>
            <p:nvPr/>
          </p:nvCxnSpPr>
          <p:spPr>
            <a:xfrm rot="10800000">
              <a:off x="4160686" y="3914913"/>
              <a:ext cx="0" cy="314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354" name="Google Shape;354;p19"/>
            <p:cNvCxnSpPr/>
            <p:nvPr/>
          </p:nvCxnSpPr>
          <p:spPr>
            <a:xfrm>
              <a:off x="3833686" y="3917125"/>
              <a:ext cx="3270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56" name="Google Shape;356;p19"/>
          <p:cNvCxnSpPr/>
          <p:nvPr/>
        </p:nvCxnSpPr>
        <p:spPr>
          <a:xfrm>
            <a:off x="1600200" y="2685166"/>
            <a:ext cx="0" cy="2640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364" name="Google Shape;364;p19"/>
          <p:cNvSpPr txBox="1"/>
          <p:nvPr/>
        </p:nvSpPr>
        <p:spPr>
          <a:xfrm>
            <a:off x="3634495" y="4054231"/>
            <a:ext cx="2087731" cy="65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GB" sz="1100" b="1" dirty="0"/>
              <a:t>We instantiated independent GP models one for constraint and one for the </a:t>
            </a:r>
            <a:r>
              <a:rPr lang="en-GB" sz="1100" b="1"/>
              <a:t>objective</a:t>
            </a:r>
            <a:r>
              <a:rPr lang="en-GB" sz="1100" b="1" dirty="0"/>
              <a:t> </a:t>
            </a:r>
            <a:endParaRPr lang="en-GB" sz="1100" b="1" dirty="0">
              <a:ea typeface="Roboto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5830553" y="851708"/>
            <a:ext cx="2506833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b="1"/>
              <a:t>Reward-over-iteration trajectories, comparing our decoupled approach against the baseline</a:t>
            </a:r>
            <a:endParaRPr sz="11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378868" y="1975228"/>
            <a:ext cx="2442664" cy="85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GB" sz="1100" b="1"/>
              <a:t>A single Gaussian Process </a:t>
            </a:r>
            <a:r>
              <a:rPr lang="en-GB" sz="1100" b="1" err="1"/>
              <a:t>modeling</a:t>
            </a:r>
            <a:r>
              <a:rPr lang="en-GB" sz="1100" b="1"/>
              <a:t> both objectives and constraints creates ambiguity.</a:t>
            </a:r>
            <a:endParaRPr lang="en" sz="11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C97DE1-71CC-3CE4-873B-6B0CC347E9AE}"/>
              </a:ext>
            </a:extLst>
          </p:cNvPr>
          <p:cNvSpPr/>
          <p:nvPr/>
        </p:nvSpPr>
        <p:spPr>
          <a:xfrm>
            <a:off x="261533" y="184041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56;p15">
            <a:extLst>
              <a:ext uri="{FF2B5EF4-FFF2-40B4-BE49-F238E27FC236}">
                <a16:creationId xmlns:a16="http://schemas.microsoft.com/office/drawing/2014/main" id="{D5A1B572-D4DC-13E3-6DE5-AAC2CA1B8BD5}"/>
              </a:ext>
            </a:extLst>
          </p:cNvPr>
          <p:cNvSpPr txBox="1"/>
          <p:nvPr/>
        </p:nvSpPr>
        <p:spPr>
          <a:xfrm>
            <a:off x="1040978" y="1789428"/>
            <a:ext cx="1162594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b="1">
                <a:solidFill>
                  <a:srgbClr val="651428"/>
                </a:solidFill>
                <a:latin typeface="Fira Sans Extra Condensed"/>
                <a:sym typeface="Fira Sans Extra Condensed"/>
              </a:rPr>
              <a:t>Main issue</a:t>
            </a:r>
            <a:endParaRPr lang="en" sz="1600" b="1">
              <a:solidFill>
                <a:srgbClr val="651428"/>
              </a:solidFill>
              <a:latin typeface="Fira Sans Extra Condensed"/>
            </a:endParaRPr>
          </a:p>
        </p:txBody>
      </p:sp>
      <p:sp>
        <p:nvSpPr>
          <p:cNvPr id="2" name="Google Shape;56;p15">
            <a:extLst>
              <a:ext uri="{FF2B5EF4-FFF2-40B4-BE49-F238E27FC236}">
                <a16:creationId xmlns:a16="http://schemas.microsoft.com/office/drawing/2014/main" id="{C61166C1-BF54-C24D-019A-F0AD62970BAD}"/>
              </a:ext>
            </a:extLst>
          </p:cNvPr>
          <p:cNvSpPr txBox="1"/>
          <p:nvPr/>
        </p:nvSpPr>
        <p:spPr>
          <a:xfrm>
            <a:off x="444674" y="307837"/>
            <a:ext cx="714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961D3B"/>
                </a:solidFill>
                <a:latin typeface="Fira Sans Extra Condensed"/>
                <a:sym typeface="Fira Sans Extra Condensed"/>
              </a:rPr>
              <a:t>Our approach</a:t>
            </a:r>
            <a:endParaRPr lang="en" sz="3200" b="1">
              <a:solidFill>
                <a:srgbClr val="961D3B"/>
              </a:solidFill>
              <a:latin typeface="Fira Sans Extra Condensed"/>
            </a:endParaRPr>
          </a:p>
        </p:txBody>
      </p:sp>
      <p:sp>
        <p:nvSpPr>
          <p:cNvPr id="5" name="Google Shape;56;p15">
            <a:extLst>
              <a:ext uri="{FF2B5EF4-FFF2-40B4-BE49-F238E27FC236}">
                <a16:creationId xmlns:a16="http://schemas.microsoft.com/office/drawing/2014/main" id="{27F34009-AF1B-0FCA-A01E-621CDF2A347A}"/>
              </a:ext>
            </a:extLst>
          </p:cNvPr>
          <p:cNvSpPr txBox="1"/>
          <p:nvPr/>
        </p:nvSpPr>
        <p:spPr>
          <a:xfrm>
            <a:off x="3817663" y="3685433"/>
            <a:ext cx="17190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b="1">
                <a:solidFill>
                  <a:srgbClr val="C9274F"/>
                </a:solidFill>
                <a:latin typeface="Fira Sans Extra Condensed"/>
                <a:sym typeface="Fira Sans Extra Condensed"/>
              </a:rPr>
              <a:t>Decoupling the GPs</a:t>
            </a:r>
            <a:endParaRPr lang="en" sz="1600" b="1">
              <a:solidFill>
                <a:srgbClr val="C9274F"/>
              </a:solidFill>
              <a:latin typeface="Fira Sans Extra Condensed"/>
            </a:endParaRPr>
          </a:p>
        </p:txBody>
      </p:sp>
      <p:sp>
        <p:nvSpPr>
          <p:cNvPr id="6" name="Google Shape;56;p15">
            <a:extLst>
              <a:ext uri="{FF2B5EF4-FFF2-40B4-BE49-F238E27FC236}">
                <a16:creationId xmlns:a16="http://schemas.microsoft.com/office/drawing/2014/main" id="{1EE2FF95-736D-3BAE-A6F1-5439892CF7CF}"/>
              </a:ext>
            </a:extLst>
          </p:cNvPr>
          <p:cNvSpPr txBox="1"/>
          <p:nvPr/>
        </p:nvSpPr>
        <p:spPr>
          <a:xfrm>
            <a:off x="7332123" y="3138250"/>
            <a:ext cx="17190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b="1">
                <a:solidFill>
                  <a:srgbClr val="FFCE7D"/>
                </a:solidFill>
                <a:latin typeface="Fira Sans Extra Condensed"/>
                <a:sym typeface="Fira Sans Extra Condensed"/>
              </a:rPr>
              <a:t>Platoon simulator</a:t>
            </a:r>
            <a:endParaRPr lang="en" sz="1600" b="1">
              <a:solidFill>
                <a:srgbClr val="FFCE7D"/>
              </a:solidFill>
              <a:latin typeface="Fira Sans Extra Condensed"/>
            </a:endParaRPr>
          </a:p>
        </p:txBody>
      </p:sp>
      <p:sp>
        <p:nvSpPr>
          <p:cNvPr id="7" name="Google Shape;56;p15">
            <a:extLst>
              <a:ext uri="{FF2B5EF4-FFF2-40B4-BE49-F238E27FC236}">
                <a16:creationId xmlns:a16="http://schemas.microsoft.com/office/drawing/2014/main" id="{ED4F40DE-F4C1-C3CF-FE51-95F6245BB11E}"/>
              </a:ext>
            </a:extLst>
          </p:cNvPr>
          <p:cNvSpPr txBox="1"/>
          <p:nvPr/>
        </p:nvSpPr>
        <p:spPr>
          <a:xfrm>
            <a:off x="3245421" y="625180"/>
            <a:ext cx="1955224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b="1">
                <a:solidFill>
                  <a:srgbClr val="C9274F"/>
                </a:solidFill>
                <a:latin typeface="Fira Sans Extra Condensed"/>
                <a:sym typeface="Fira Sans Extra Condensed"/>
              </a:rPr>
              <a:t>Connecting the GPs</a:t>
            </a:r>
            <a:endParaRPr lang="en" sz="1600" b="1">
              <a:solidFill>
                <a:srgbClr val="C9274F"/>
              </a:solidFill>
              <a:latin typeface="Fira Sans Extra Condensed"/>
            </a:endParaRPr>
          </a:p>
        </p:txBody>
      </p:sp>
      <p:sp>
        <p:nvSpPr>
          <p:cNvPr id="8" name="Google Shape;56;p15">
            <a:extLst>
              <a:ext uri="{FF2B5EF4-FFF2-40B4-BE49-F238E27FC236}">
                <a16:creationId xmlns:a16="http://schemas.microsoft.com/office/drawing/2014/main" id="{C16969EE-B406-4937-4D2A-878867AE8C94}"/>
              </a:ext>
            </a:extLst>
          </p:cNvPr>
          <p:cNvSpPr txBox="1"/>
          <p:nvPr/>
        </p:nvSpPr>
        <p:spPr>
          <a:xfrm>
            <a:off x="5964149" y="422537"/>
            <a:ext cx="2481865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600" b="1">
                <a:solidFill>
                  <a:srgbClr val="FFB174"/>
                </a:solidFill>
                <a:latin typeface="Fira Sans Extra Condensed"/>
                <a:sym typeface="Fira Sans Extra Condensed"/>
              </a:rPr>
              <a:t>Experimental validation</a:t>
            </a:r>
            <a:endParaRPr lang="en" sz="1600" b="1">
              <a:solidFill>
                <a:srgbClr val="FFB174"/>
              </a:solidFill>
              <a:latin typeface="Fira Sans Extra Condensed"/>
            </a:endParaRPr>
          </a:p>
        </p:txBody>
      </p:sp>
      <p:grpSp>
        <p:nvGrpSpPr>
          <p:cNvPr id="9" name="Google Shape;352;p19">
            <a:extLst>
              <a:ext uri="{FF2B5EF4-FFF2-40B4-BE49-F238E27FC236}">
                <a16:creationId xmlns:a16="http://schemas.microsoft.com/office/drawing/2014/main" id="{BBE31A56-7D63-E240-1753-B920712FCCDA}"/>
              </a:ext>
            </a:extLst>
          </p:cNvPr>
          <p:cNvGrpSpPr/>
          <p:nvPr/>
        </p:nvGrpSpPr>
        <p:grpSpPr>
          <a:xfrm>
            <a:off x="8202823" y="2489043"/>
            <a:ext cx="314188" cy="715394"/>
            <a:chOff x="3833686" y="3914913"/>
            <a:chExt cx="327000" cy="314100"/>
          </a:xfrm>
        </p:grpSpPr>
        <p:cxnSp>
          <p:nvCxnSpPr>
            <p:cNvPr id="10" name="Google Shape;353;p19">
              <a:extLst>
                <a:ext uri="{FF2B5EF4-FFF2-40B4-BE49-F238E27FC236}">
                  <a16:creationId xmlns:a16="http://schemas.microsoft.com/office/drawing/2014/main" id="{3A6FAEF1-9565-3C6F-1A64-8DCE5A9D9759}"/>
                </a:ext>
              </a:extLst>
            </p:cNvPr>
            <p:cNvCxnSpPr/>
            <p:nvPr/>
          </p:nvCxnSpPr>
          <p:spPr>
            <a:xfrm rot="10800000">
              <a:off x="4160686" y="3914913"/>
              <a:ext cx="0" cy="314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354;p19">
              <a:extLst>
                <a:ext uri="{FF2B5EF4-FFF2-40B4-BE49-F238E27FC236}">
                  <a16:creationId xmlns:a16="http://schemas.microsoft.com/office/drawing/2014/main" id="{C52EF995-2F6A-0CA3-EA2B-EA30582D959A}"/>
                </a:ext>
              </a:extLst>
            </p:cNvPr>
            <p:cNvCxnSpPr/>
            <p:nvPr/>
          </p:nvCxnSpPr>
          <p:spPr>
            <a:xfrm>
              <a:off x="3833686" y="3917125"/>
              <a:ext cx="327000" cy="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5F75BA41-565A-5A4E-B11E-4CE22897F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603" y="997574"/>
            <a:ext cx="2695624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GP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calculates a strict 'Safe Set,' which is then fed to </a:t>
            </a:r>
            <a:r>
              <a:rPr lang="en-US" altLang="en-US" sz="1100" b="1">
                <a:solidFill>
                  <a:schemeClr val="tx1"/>
                </a:solidFill>
              </a:rPr>
              <a:t>the other one to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safely guide the exploration of the </a:t>
            </a:r>
            <a:r>
              <a:rPr lang="en-US" altLang="en-US" sz="1100" b="1" err="1">
                <a:solidFill>
                  <a:schemeClr val="tx1"/>
                </a:solidFill>
              </a:rPr>
              <a:t>Kp</a:t>
            </a:r>
            <a:r>
              <a:rPr lang="en-US" altLang="en-US" sz="1100" b="1">
                <a:solidFill>
                  <a:schemeClr val="tx1"/>
                </a:solidFill>
              </a:rPr>
              <a:t> 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domain.</a:t>
            </a:r>
            <a:endParaRPr kumimoji="0" lang="en-US" altLang="en-US" sz="11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Google Shape;356;p19">
            <a:extLst>
              <a:ext uri="{FF2B5EF4-FFF2-40B4-BE49-F238E27FC236}">
                <a16:creationId xmlns:a16="http://schemas.microsoft.com/office/drawing/2014/main" id="{E6D3FFBF-88E2-B2B5-DBC1-B1AC481DDD50}"/>
              </a:ext>
            </a:extLst>
          </p:cNvPr>
          <p:cNvCxnSpPr/>
          <p:nvPr/>
        </p:nvCxnSpPr>
        <p:spPr>
          <a:xfrm>
            <a:off x="4083764" y="1711228"/>
            <a:ext cx="0" cy="26400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" name="Rectangle 4">
            <a:extLst>
              <a:ext uri="{FF2B5EF4-FFF2-40B4-BE49-F238E27FC236}">
                <a16:creationId xmlns:a16="http://schemas.microsoft.com/office/drawing/2014/main" id="{D01165F5-2BD9-EA3C-35FB-7069D394E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983" y="3474349"/>
            <a:ext cx="2174946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b="1">
                <a:solidFill>
                  <a:schemeClr val="tx1"/>
                </a:solidFill>
                <a:latin typeface="+mj-lt"/>
              </a:rPr>
              <a:t>S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imulator </a:t>
            </a:r>
            <a:r>
              <a:rPr kumimoji="0" lang="en-US" altLang="en-US" sz="11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vehicle_class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scaled GP outputs to determine </a:t>
            </a:r>
            <a:r>
              <a:rPr kumimoji="0" lang="en-US" altLang="en-US" sz="11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</a:t>
            </a:r>
            <a:r>
              <a:rPr lang="en-US" altLang="en-US" sz="1100" b="1" err="1">
                <a:solidFill>
                  <a:schemeClr val="tx1"/>
                </a:solidFill>
                <a:latin typeface="+mj-lt"/>
              </a:rPr>
              <a:t>p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controller gains for trucks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2"/>
          <p:cNvSpPr/>
          <p:nvPr/>
        </p:nvSpPr>
        <p:spPr>
          <a:xfrm>
            <a:off x="600900" y="1305975"/>
            <a:ext cx="2224850" cy="33780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2989607" y="1323975"/>
            <a:ext cx="1830043" cy="333300"/>
          </a:xfrm>
          <a:prstGeom prst="chevron">
            <a:avLst>
              <a:gd name="adj" fmla="val 50000"/>
            </a:avLst>
          </a:prstGeom>
          <a:solidFill>
            <a:srgbClr val="EA4E5D"/>
          </a:solidFill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2"/>
          <p:cNvSpPr/>
          <p:nvPr/>
        </p:nvSpPr>
        <p:spPr>
          <a:xfrm>
            <a:off x="4983050" y="1316975"/>
            <a:ext cx="1766704" cy="333300"/>
          </a:xfrm>
          <a:prstGeom prst="chevron">
            <a:avLst>
              <a:gd name="adj" fmla="val 50000"/>
            </a:avLst>
          </a:prstGeom>
          <a:solidFill>
            <a:schemeClr val="accent4"/>
          </a:solidFill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6913154" y="1323975"/>
            <a:ext cx="1691303" cy="333300"/>
          </a:xfrm>
          <a:prstGeom prst="chevron">
            <a:avLst>
              <a:gd name="adj" fmla="val 50000"/>
            </a:avLst>
          </a:prstGeom>
          <a:solidFill>
            <a:srgbClr val="651428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2"/>
          <p:cNvSpPr txBox="1"/>
          <p:nvPr/>
        </p:nvSpPr>
        <p:spPr>
          <a:xfrm>
            <a:off x="907225" y="1428004"/>
            <a:ext cx="1612200" cy="1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</a:rPr>
              <a:t>REWARD/ITERATION</a:t>
            </a:r>
          </a:p>
        </p:txBody>
      </p:sp>
      <p:sp>
        <p:nvSpPr>
          <p:cNvPr id="424" name="Google Shape;424;p22"/>
          <p:cNvSpPr txBox="1"/>
          <p:nvPr/>
        </p:nvSpPr>
        <p:spPr>
          <a:xfrm>
            <a:off x="3291750" y="1440258"/>
            <a:ext cx="1239257" cy="1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</a:rPr>
              <a:t>TRAJECTORIES</a:t>
            </a:r>
          </a:p>
        </p:txBody>
      </p:sp>
      <p:sp>
        <p:nvSpPr>
          <p:cNvPr id="425" name="Google Shape;425;p22"/>
          <p:cNvSpPr txBox="1"/>
          <p:nvPr/>
        </p:nvSpPr>
        <p:spPr>
          <a:xfrm>
            <a:off x="5555996" y="1423162"/>
            <a:ext cx="735112" cy="134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SPEED</a:t>
            </a:r>
          </a:p>
        </p:txBody>
      </p:sp>
      <p:sp>
        <p:nvSpPr>
          <p:cNvPr id="426" name="Google Shape;426;p22"/>
          <p:cNvSpPr txBox="1"/>
          <p:nvPr/>
        </p:nvSpPr>
        <p:spPr>
          <a:xfrm>
            <a:off x="7403700" y="1427391"/>
            <a:ext cx="1394100" cy="1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bg1"/>
                </a:solidFill>
                <a:latin typeface="Fira Sans Extra Condensed"/>
                <a:ea typeface="Fira Sans Extra Condensed"/>
                <a:cs typeface="Fira Sans Extra Condensed"/>
              </a:rPr>
              <a:t>ERRORS</a:t>
            </a:r>
          </a:p>
        </p:txBody>
      </p:sp>
      <p:sp>
        <p:nvSpPr>
          <p:cNvPr id="427" name="Google Shape;427;p22"/>
          <p:cNvSpPr txBox="1"/>
          <p:nvPr/>
        </p:nvSpPr>
        <p:spPr>
          <a:xfrm>
            <a:off x="787400" y="1854462"/>
            <a:ext cx="1693375" cy="75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Roboto"/>
                <a:ea typeface="Roboto"/>
                <a:cs typeface="Roboto"/>
                <a:sym typeface="Roboto"/>
              </a:rPr>
              <a:t>Safety is guaranteed but strong trade-off bewteen safety and Kp exploration. Important hyperparameter tuning</a:t>
            </a:r>
          </a:p>
        </p:txBody>
      </p:sp>
      <p:sp>
        <p:nvSpPr>
          <p:cNvPr id="429" name="Google Shape;429;p22"/>
          <p:cNvSpPr txBox="1"/>
          <p:nvPr/>
        </p:nvSpPr>
        <p:spPr>
          <a:xfrm>
            <a:off x="3003862" y="1763398"/>
            <a:ext cx="1677989" cy="1011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Trajectories are improved with better spacing, less rubber-band effect and strong dynamic stability</a:t>
            </a:r>
            <a:endParaRPr lang="en-US" sz="11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4931030" y="1848638"/>
            <a:ext cx="1708215" cy="764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latin typeface="Roboto"/>
                <a:ea typeface="Roboto"/>
                <a:cs typeface="Roboto"/>
                <a:sym typeface="Roboto"/>
              </a:rPr>
              <a:t>Attenuated peak transient velocities. Minimized braking demands. Safer velocity convergence</a:t>
            </a:r>
          </a:p>
        </p:txBody>
      </p:sp>
      <p:sp>
        <p:nvSpPr>
          <p:cNvPr id="431" name="Google Shape;431;p22"/>
          <p:cNvSpPr txBox="1"/>
          <p:nvPr/>
        </p:nvSpPr>
        <p:spPr>
          <a:xfrm>
            <a:off x="6913154" y="1849428"/>
            <a:ext cx="1818871" cy="764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Convergence to constant, non-zero steady-state error. Prioritizing safe string-stability over perfect tracking</a:t>
            </a:r>
            <a:endParaRPr lang="en-US" sz="1100"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7" name="Google Shape;447;p22"/>
          <p:cNvCxnSpPr>
            <a:cxnSpLocks/>
          </p:cNvCxnSpPr>
          <p:nvPr/>
        </p:nvCxnSpPr>
        <p:spPr>
          <a:xfrm>
            <a:off x="482600" y="2971800"/>
            <a:ext cx="8436496" cy="0"/>
          </a:xfrm>
          <a:prstGeom prst="straightConnector1">
            <a:avLst/>
          </a:prstGeom>
          <a:noFill/>
          <a:ln w="19050" cap="flat" cmpd="sng">
            <a:solidFill>
              <a:srgbClr val="B7B7B7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1563091-FFAB-C8B9-D3B6-4BC716A96A37}"/>
              </a:ext>
            </a:extLst>
          </p:cNvPr>
          <p:cNvSpPr/>
          <p:nvPr/>
        </p:nvSpPr>
        <p:spPr>
          <a:xfrm>
            <a:off x="261533" y="184041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56;p15">
            <a:extLst>
              <a:ext uri="{FF2B5EF4-FFF2-40B4-BE49-F238E27FC236}">
                <a16:creationId xmlns:a16="http://schemas.microsoft.com/office/drawing/2014/main" id="{C451A15F-A157-FC8C-55DD-BB5F727849B3}"/>
              </a:ext>
            </a:extLst>
          </p:cNvPr>
          <p:cNvSpPr txBox="1"/>
          <p:nvPr/>
        </p:nvSpPr>
        <p:spPr>
          <a:xfrm>
            <a:off x="261000" y="291925"/>
            <a:ext cx="7142700" cy="531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D83C62"/>
                </a:solidFill>
                <a:latin typeface="Fira Sans Extra Condensed"/>
                <a:sym typeface="Fira Sans Extra Condensed"/>
              </a:rPr>
              <a:t>Findings</a:t>
            </a:r>
            <a:endParaRPr lang="en" sz="3200" b="1">
              <a:solidFill>
                <a:srgbClr val="D83C62"/>
              </a:solidFill>
              <a:latin typeface="Fira Sans Extra Condense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DA41F-6D3C-E972-E07A-440136C48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171588"/>
            <a:ext cx="1921788" cy="1441341"/>
          </a:xfrm>
          <a:prstGeom prst="rect">
            <a:avLst/>
          </a:prstGeom>
          <a:ln w="57150">
            <a:solidFill>
              <a:srgbClr val="FFCE7D"/>
            </a:solidFill>
          </a:ln>
        </p:spPr>
      </p:pic>
      <p:pic>
        <p:nvPicPr>
          <p:cNvPr id="9" name="Picture 8" descr="The image depicts a graph showing the relationship between position (in meters) and time (in seconds) for an object, with time intervals of 0, 1000, 2000, 3000, 4000, and 5000 seconds.&#10;&#10;AI-generated content may be incorrect.">
            <a:extLst>
              <a:ext uri="{FF2B5EF4-FFF2-40B4-BE49-F238E27FC236}">
                <a16:creationId xmlns:a16="http://schemas.microsoft.com/office/drawing/2014/main" id="{5FD8BE85-99D7-58CB-4DFD-830E287A2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161" y="3162651"/>
            <a:ext cx="1921789" cy="1441342"/>
          </a:xfrm>
          <a:prstGeom prst="rect">
            <a:avLst/>
          </a:prstGeom>
          <a:ln w="57150">
            <a:solidFill>
              <a:srgbClr val="EA4E5D"/>
            </a:solidFill>
          </a:ln>
        </p:spPr>
      </p:pic>
      <p:pic>
        <p:nvPicPr>
          <p:cNvPr id="11" name="Picture 10" descr="The image shows a velocity versus time graph with distinct peaks at 100 m/s, 200 m/s, 300 m/s, and 400 m/s, and a series of smaller, evenly spaced points.&#10;&#10;AI-generated content may be incorrect.">
            <a:extLst>
              <a:ext uri="{FF2B5EF4-FFF2-40B4-BE49-F238E27FC236}">
                <a16:creationId xmlns:a16="http://schemas.microsoft.com/office/drawing/2014/main" id="{6DC6D75C-A3B7-9953-FFD8-7B674820DF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318" r="6666"/>
          <a:stretch>
            <a:fillRect/>
          </a:stretch>
        </p:blipFill>
        <p:spPr>
          <a:xfrm>
            <a:off x="4817485" y="3162651"/>
            <a:ext cx="1935307" cy="1441342"/>
          </a:xfrm>
          <a:prstGeom prst="rect">
            <a:avLst/>
          </a:prstGeom>
          <a:ln w="57150">
            <a:solidFill>
              <a:srgbClr val="C9274F"/>
            </a:solidFill>
          </a:ln>
        </p:spPr>
      </p:pic>
      <p:pic>
        <p:nvPicPr>
          <p:cNvPr id="13" name="Picture 12" descr="The diagram depicts a downward-trending curve, likely representing a decrease in error over time, measured in seconds.&#10;&#10;AI-generated content may be incorrect.">
            <a:extLst>
              <a:ext uri="{FF2B5EF4-FFF2-40B4-BE49-F238E27FC236}">
                <a16:creationId xmlns:a16="http://schemas.microsoft.com/office/drawing/2014/main" id="{E51B3F84-AD3D-D3DC-B4AC-CDC0B2E70B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985" r="4956"/>
          <a:stretch>
            <a:fillRect/>
          </a:stretch>
        </p:blipFill>
        <p:spPr>
          <a:xfrm>
            <a:off x="6917605" y="3162651"/>
            <a:ext cx="1921789" cy="1441342"/>
          </a:xfrm>
          <a:prstGeom prst="rect">
            <a:avLst/>
          </a:prstGeom>
          <a:ln w="57150">
            <a:solidFill>
              <a:srgbClr val="65142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>
          <a:extLst>
            <a:ext uri="{FF2B5EF4-FFF2-40B4-BE49-F238E27FC236}">
              <a16:creationId xmlns:a16="http://schemas.microsoft.com/office/drawing/2014/main" id="{A5A6C934-2F91-82AA-D92E-C07382C4E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44">
            <a:extLst>
              <a:ext uri="{FF2B5EF4-FFF2-40B4-BE49-F238E27FC236}">
                <a16:creationId xmlns:a16="http://schemas.microsoft.com/office/drawing/2014/main" id="{682A70FC-676E-1250-8A70-72795E29CDB9}"/>
              </a:ext>
            </a:extLst>
          </p:cNvPr>
          <p:cNvSpPr txBox="1"/>
          <p:nvPr/>
        </p:nvSpPr>
        <p:spPr>
          <a:xfrm>
            <a:off x="0" y="0"/>
            <a:ext cx="37002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E31024-D6CF-79B7-3B2D-760D25224238}"/>
              </a:ext>
            </a:extLst>
          </p:cNvPr>
          <p:cNvSpPr/>
          <p:nvPr/>
        </p:nvSpPr>
        <p:spPr>
          <a:xfrm>
            <a:off x="261533" y="184041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56;p15">
            <a:extLst>
              <a:ext uri="{FF2B5EF4-FFF2-40B4-BE49-F238E27FC236}">
                <a16:creationId xmlns:a16="http://schemas.microsoft.com/office/drawing/2014/main" id="{A16604E3-1019-F8D6-2082-3951670416E0}"/>
              </a:ext>
            </a:extLst>
          </p:cNvPr>
          <p:cNvSpPr txBox="1"/>
          <p:nvPr/>
        </p:nvSpPr>
        <p:spPr>
          <a:xfrm>
            <a:off x="261000" y="291925"/>
            <a:ext cx="714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E47792"/>
                </a:solidFill>
                <a:latin typeface="Fira Sans Extra Condensed"/>
                <a:sym typeface="Fira Sans Extra Condensed"/>
              </a:rPr>
              <a:t>Simulations</a:t>
            </a:r>
            <a:endParaRPr lang="en" sz="3200" b="1">
              <a:solidFill>
                <a:srgbClr val="E47792"/>
              </a:solidFill>
              <a:latin typeface="Fira Sans Extra Condensed"/>
            </a:endParaRPr>
          </a:p>
        </p:txBody>
      </p:sp>
      <p:sp>
        <p:nvSpPr>
          <p:cNvPr id="7" name="Google Shape;56;p15">
            <a:extLst>
              <a:ext uri="{FF2B5EF4-FFF2-40B4-BE49-F238E27FC236}">
                <a16:creationId xmlns:a16="http://schemas.microsoft.com/office/drawing/2014/main" id="{0E9B500B-FC41-D0C3-44B7-A2E26E21E3D9}"/>
              </a:ext>
            </a:extLst>
          </p:cNvPr>
          <p:cNvSpPr txBox="1"/>
          <p:nvPr/>
        </p:nvSpPr>
        <p:spPr>
          <a:xfrm>
            <a:off x="261000" y="3434239"/>
            <a:ext cx="14097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D83C62"/>
                </a:solidFill>
                <a:latin typeface="Fira Sans Extra Condensed"/>
                <a:sym typeface="Fira Sans Extra Condensed"/>
              </a:rPr>
              <a:t>Before</a:t>
            </a:r>
            <a:endParaRPr lang="en" sz="3200" b="1">
              <a:solidFill>
                <a:srgbClr val="D83C62"/>
              </a:solidFill>
              <a:latin typeface="Fira Sans Extra Condensed"/>
            </a:endParaRPr>
          </a:p>
        </p:txBody>
      </p:sp>
      <p:sp>
        <p:nvSpPr>
          <p:cNvPr id="8" name="Google Shape;56;p15">
            <a:extLst>
              <a:ext uri="{FF2B5EF4-FFF2-40B4-BE49-F238E27FC236}">
                <a16:creationId xmlns:a16="http://schemas.microsoft.com/office/drawing/2014/main" id="{1859E073-8E75-5921-9F13-A4094A5F6820}"/>
              </a:ext>
            </a:extLst>
          </p:cNvPr>
          <p:cNvSpPr txBox="1"/>
          <p:nvPr/>
        </p:nvSpPr>
        <p:spPr>
          <a:xfrm>
            <a:off x="7403700" y="3434239"/>
            <a:ext cx="1054817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rgbClr val="961D3B"/>
                </a:solidFill>
                <a:latin typeface="Fira Sans Extra Condensed"/>
                <a:sym typeface="Fira Sans Extra Condensed"/>
              </a:rPr>
              <a:t>After</a:t>
            </a:r>
            <a:endParaRPr lang="en" sz="3200" b="1">
              <a:solidFill>
                <a:srgbClr val="961D3B"/>
              </a:solidFill>
              <a:latin typeface="Fira Sans Extra Condensed"/>
            </a:endParaRPr>
          </a:p>
        </p:txBody>
      </p:sp>
      <p:pic>
        <p:nvPicPr>
          <p:cNvPr id="2" name="final">
            <a:hlinkClick r:id="" action="ppaction://media"/>
            <a:extLst>
              <a:ext uri="{FF2B5EF4-FFF2-40B4-BE49-F238E27FC236}">
                <a16:creationId xmlns:a16="http://schemas.microsoft.com/office/drawing/2014/main" id="{416A4CF7-75E8-69EF-C5E3-8614C7B42F80}"/>
              </a:ext>
            </a:extLst>
          </p:cNvPr>
          <p:cNvPicPr preferRelativeResize="0"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6633" t="4578" r="7642"/>
          <a:stretch>
            <a:fillRect/>
          </a:stretch>
        </p:blipFill>
        <p:spPr>
          <a:xfrm>
            <a:off x="4524375" y="954235"/>
            <a:ext cx="4009169" cy="2430569"/>
          </a:xfrm>
          <a:prstGeom prst="rect">
            <a:avLst/>
          </a:prstGeom>
          <a:ln w="76200">
            <a:solidFill>
              <a:srgbClr val="961D3B"/>
            </a:solidFill>
          </a:ln>
        </p:spPr>
      </p:pic>
      <p:pic>
        <p:nvPicPr>
          <p:cNvPr id="6" name="before">
            <a:hlinkClick r:id="" action="ppaction://media"/>
            <a:extLst>
              <a:ext uri="{FF2B5EF4-FFF2-40B4-BE49-F238E27FC236}">
                <a16:creationId xmlns:a16="http://schemas.microsoft.com/office/drawing/2014/main" id="{57562C8A-3529-C62B-D659-7516B2B4199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rcRect l="5689" t="11691" r="6734" b="6044"/>
          <a:stretch>
            <a:fillRect/>
          </a:stretch>
        </p:blipFill>
        <p:spPr>
          <a:xfrm>
            <a:off x="332525" y="988593"/>
            <a:ext cx="3925746" cy="2366674"/>
          </a:xfrm>
          <a:prstGeom prst="rect">
            <a:avLst/>
          </a:prstGeom>
          <a:ln w="76200">
            <a:solidFill>
              <a:srgbClr val="D83C62"/>
            </a:solidFill>
          </a:ln>
        </p:spPr>
      </p:pic>
      <p:sp>
        <p:nvSpPr>
          <p:cNvPr id="9" name="Google Shape;614;p27">
            <a:extLst>
              <a:ext uri="{FF2B5EF4-FFF2-40B4-BE49-F238E27FC236}">
                <a16:creationId xmlns:a16="http://schemas.microsoft.com/office/drawing/2014/main" id="{D1F93B65-9E0A-B932-6E2B-A0792A2A6ADC}"/>
              </a:ext>
            </a:extLst>
          </p:cNvPr>
          <p:cNvSpPr/>
          <p:nvPr/>
        </p:nvSpPr>
        <p:spPr>
          <a:xfrm>
            <a:off x="261000" y="4020074"/>
            <a:ext cx="8545500" cy="884201"/>
          </a:xfrm>
          <a:custGeom>
            <a:avLst/>
            <a:gdLst/>
            <a:ahLst/>
            <a:cxnLst/>
            <a:rect l="l" t="t" r="r" b="b"/>
            <a:pathLst>
              <a:path w="312619" h="24956" extrusionOk="0">
                <a:moveTo>
                  <a:pt x="0" y="13442"/>
                </a:moveTo>
                <a:lnTo>
                  <a:pt x="25568" y="4953"/>
                </a:lnTo>
                <a:lnTo>
                  <a:pt x="41917" y="11049"/>
                </a:lnTo>
                <a:lnTo>
                  <a:pt x="63969" y="0"/>
                </a:lnTo>
                <a:lnTo>
                  <a:pt x="92864" y="15240"/>
                </a:lnTo>
                <a:lnTo>
                  <a:pt x="104650" y="9525"/>
                </a:lnTo>
                <a:lnTo>
                  <a:pt x="119478" y="14859"/>
                </a:lnTo>
                <a:lnTo>
                  <a:pt x="149894" y="0"/>
                </a:lnTo>
                <a:lnTo>
                  <a:pt x="179930" y="14859"/>
                </a:lnTo>
                <a:lnTo>
                  <a:pt x="220991" y="2667"/>
                </a:lnTo>
                <a:lnTo>
                  <a:pt x="247985" y="13335"/>
                </a:lnTo>
                <a:lnTo>
                  <a:pt x="251407" y="11430"/>
                </a:lnTo>
                <a:lnTo>
                  <a:pt x="256730" y="13716"/>
                </a:lnTo>
                <a:lnTo>
                  <a:pt x="261673" y="10668"/>
                </a:lnTo>
                <a:lnTo>
                  <a:pt x="276500" y="18669"/>
                </a:lnTo>
                <a:lnTo>
                  <a:pt x="293609" y="3048"/>
                </a:lnTo>
                <a:lnTo>
                  <a:pt x="312619" y="18669"/>
                </a:lnTo>
                <a:lnTo>
                  <a:pt x="312619" y="24765"/>
                </a:lnTo>
                <a:lnTo>
                  <a:pt x="95" y="2495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Google Shape;615;p27">
            <a:extLst>
              <a:ext uri="{FF2B5EF4-FFF2-40B4-BE49-F238E27FC236}">
                <a16:creationId xmlns:a16="http://schemas.microsoft.com/office/drawing/2014/main" id="{46ACB9EE-75BF-5435-DA61-C3574A65C475}"/>
              </a:ext>
            </a:extLst>
          </p:cNvPr>
          <p:cNvSpPr/>
          <p:nvPr/>
        </p:nvSpPr>
        <p:spPr>
          <a:xfrm>
            <a:off x="261000" y="4403493"/>
            <a:ext cx="8542657" cy="506415"/>
          </a:xfrm>
          <a:custGeom>
            <a:avLst/>
            <a:gdLst/>
            <a:ahLst/>
            <a:cxnLst/>
            <a:rect l="l" t="t" r="r" b="b"/>
            <a:pathLst>
              <a:path w="312515" h="12192" extrusionOk="0">
                <a:moveTo>
                  <a:pt x="0" y="6001"/>
                </a:moveTo>
                <a:lnTo>
                  <a:pt x="15335" y="2667"/>
                </a:lnTo>
                <a:lnTo>
                  <a:pt x="40100" y="9525"/>
                </a:lnTo>
                <a:lnTo>
                  <a:pt x="74390" y="8001"/>
                </a:lnTo>
                <a:lnTo>
                  <a:pt x="110585" y="9906"/>
                </a:lnTo>
                <a:lnTo>
                  <a:pt x="121253" y="4953"/>
                </a:lnTo>
                <a:lnTo>
                  <a:pt x="131540" y="10287"/>
                </a:lnTo>
                <a:lnTo>
                  <a:pt x="142589" y="8763"/>
                </a:lnTo>
                <a:lnTo>
                  <a:pt x="148304" y="10287"/>
                </a:lnTo>
                <a:lnTo>
                  <a:pt x="167735" y="0"/>
                </a:lnTo>
                <a:lnTo>
                  <a:pt x="192500" y="9525"/>
                </a:lnTo>
                <a:lnTo>
                  <a:pt x="195548" y="6858"/>
                </a:lnTo>
                <a:lnTo>
                  <a:pt x="198596" y="9525"/>
                </a:lnTo>
                <a:lnTo>
                  <a:pt x="205073" y="2667"/>
                </a:lnTo>
                <a:lnTo>
                  <a:pt x="237458" y="9906"/>
                </a:lnTo>
                <a:lnTo>
                  <a:pt x="261461" y="5715"/>
                </a:lnTo>
                <a:lnTo>
                  <a:pt x="282416" y="9525"/>
                </a:lnTo>
                <a:lnTo>
                  <a:pt x="302228" y="2667"/>
                </a:lnTo>
                <a:lnTo>
                  <a:pt x="312515" y="8001"/>
                </a:lnTo>
                <a:lnTo>
                  <a:pt x="312515" y="12002"/>
                </a:lnTo>
                <a:lnTo>
                  <a:pt x="95" y="1219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63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7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953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 mute="1">
                <p:cTn id="1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5">
          <a:extLst>
            <a:ext uri="{FF2B5EF4-FFF2-40B4-BE49-F238E27FC236}">
              <a16:creationId xmlns:a16="http://schemas.microsoft.com/office/drawing/2014/main" id="{2A526043-7B09-3EB9-3C24-5F51CAFE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39">
            <a:extLst>
              <a:ext uri="{FF2B5EF4-FFF2-40B4-BE49-F238E27FC236}">
                <a16:creationId xmlns:a16="http://schemas.microsoft.com/office/drawing/2014/main" id="{2CCE1AB7-F428-212A-82FD-A335E72D5E8F}"/>
              </a:ext>
            </a:extLst>
          </p:cNvPr>
          <p:cNvSpPr/>
          <p:nvPr/>
        </p:nvSpPr>
        <p:spPr>
          <a:xfrm>
            <a:off x="1876614" y="2175697"/>
            <a:ext cx="1144431" cy="1163611"/>
          </a:xfrm>
          <a:custGeom>
            <a:avLst/>
            <a:gdLst/>
            <a:ahLst/>
            <a:cxnLst/>
            <a:rect l="l" t="t" r="r" b="b"/>
            <a:pathLst>
              <a:path w="11516" h="11709" extrusionOk="0">
                <a:moveTo>
                  <a:pt x="5656" y="1"/>
                </a:moveTo>
                <a:cubicBezTo>
                  <a:pt x="2965" y="1"/>
                  <a:pt x="695" y="1821"/>
                  <a:pt x="12" y="4296"/>
                </a:cubicBezTo>
                <a:lnTo>
                  <a:pt x="1652" y="5854"/>
                </a:lnTo>
                <a:lnTo>
                  <a:pt x="0" y="7372"/>
                </a:lnTo>
                <a:cubicBezTo>
                  <a:pt x="671" y="9870"/>
                  <a:pt x="2948" y="11708"/>
                  <a:pt x="5662" y="11708"/>
                </a:cubicBezTo>
                <a:cubicBezTo>
                  <a:pt x="8889" y="11708"/>
                  <a:pt x="11515" y="9088"/>
                  <a:pt x="11515" y="5854"/>
                </a:cubicBezTo>
                <a:cubicBezTo>
                  <a:pt x="11515" y="2621"/>
                  <a:pt x="8889" y="1"/>
                  <a:pt x="56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39">
            <a:extLst>
              <a:ext uri="{FF2B5EF4-FFF2-40B4-BE49-F238E27FC236}">
                <a16:creationId xmlns:a16="http://schemas.microsoft.com/office/drawing/2014/main" id="{7C709AC8-DD14-CC4C-1B2F-E5E820C8B986}"/>
              </a:ext>
            </a:extLst>
          </p:cNvPr>
          <p:cNvSpPr/>
          <p:nvPr/>
        </p:nvSpPr>
        <p:spPr>
          <a:xfrm>
            <a:off x="3315020" y="2175697"/>
            <a:ext cx="1142742" cy="1163611"/>
          </a:xfrm>
          <a:custGeom>
            <a:avLst/>
            <a:gdLst/>
            <a:ahLst/>
            <a:cxnLst/>
            <a:rect l="l" t="t" r="r" b="b"/>
            <a:pathLst>
              <a:path w="11499" h="11709" extrusionOk="0">
                <a:moveTo>
                  <a:pt x="5644" y="1"/>
                </a:moveTo>
                <a:cubicBezTo>
                  <a:pt x="2965" y="1"/>
                  <a:pt x="701" y="1804"/>
                  <a:pt x="12" y="4267"/>
                </a:cubicBezTo>
                <a:lnTo>
                  <a:pt x="1681" y="5854"/>
                </a:lnTo>
                <a:lnTo>
                  <a:pt x="0" y="7401"/>
                </a:lnTo>
                <a:cubicBezTo>
                  <a:pt x="677" y="9882"/>
                  <a:pt x="2948" y="11708"/>
                  <a:pt x="5644" y="11708"/>
                </a:cubicBezTo>
                <a:cubicBezTo>
                  <a:pt x="8878" y="11708"/>
                  <a:pt x="11498" y="9088"/>
                  <a:pt x="11498" y="5854"/>
                </a:cubicBezTo>
                <a:cubicBezTo>
                  <a:pt x="11498" y="2621"/>
                  <a:pt x="8878" y="1"/>
                  <a:pt x="564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39">
            <a:extLst>
              <a:ext uri="{FF2B5EF4-FFF2-40B4-BE49-F238E27FC236}">
                <a16:creationId xmlns:a16="http://schemas.microsoft.com/office/drawing/2014/main" id="{0E1A119C-4F54-DF49-45E3-57F2C18DB91C}"/>
              </a:ext>
            </a:extLst>
          </p:cNvPr>
          <p:cNvSpPr/>
          <p:nvPr/>
        </p:nvSpPr>
        <p:spPr>
          <a:xfrm>
            <a:off x="366854" y="2175697"/>
            <a:ext cx="1277200" cy="1163611"/>
          </a:xfrm>
          <a:custGeom>
            <a:avLst/>
            <a:gdLst/>
            <a:ahLst/>
            <a:cxnLst/>
            <a:rect l="l" t="t" r="r" b="b"/>
            <a:pathLst>
              <a:path w="12852" h="11709" extrusionOk="0">
                <a:moveTo>
                  <a:pt x="6429" y="1"/>
                </a:moveTo>
                <a:cubicBezTo>
                  <a:pt x="4931" y="1"/>
                  <a:pt x="3432" y="572"/>
                  <a:pt x="2288" y="1716"/>
                </a:cubicBezTo>
                <a:cubicBezTo>
                  <a:pt x="0" y="3998"/>
                  <a:pt x="0" y="7710"/>
                  <a:pt x="2288" y="9992"/>
                </a:cubicBezTo>
                <a:cubicBezTo>
                  <a:pt x="3432" y="11136"/>
                  <a:pt x="4931" y="11708"/>
                  <a:pt x="6429" y="11708"/>
                </a:cubicBezTo>
                <a:cubicBezTo>
                  <a:pt x="7927" y="11708"/>
                  <a:pt x="9426" y="11136"/>
                  <a:pt x="10570" y="9992"/>
                </a:cubicBezTo>
                <a:cubicBezTo>
                  <a:pt x="12852" y="7710"/>
                  <a:pt x="12852" y="3998"/>
                  <a:pt x="10570" y="1716"/>
                </a:cubicBezTo>
                <a:cubicBezTo>
                  <a:pt x="9426" y="572"/>
                  <a:pt x="7927" y="1"/>
                  <a:pt x="642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39">
            <a:extLst>
              <a:ext uri="{FF2B5EF4-FFF2-40B4-BE49-F238E27FC236}">
                <a16:creationId xmlns:a16="http://schemas.microsoft.com/office/drawing/2014/main" id="{5A3F16D1-586A-ABC0-66B4-5D7E8EF29820}"/>
              </a:ext>
            </a:extLst>
          </p:cNvPr>
          <p:cNvSpPr/>
          <p:nvPr/>
        </p:nvSpPr>
        <p:spPr>
          <a:xfrm>
            <a:off x="1814502" y="2753984"/>
            <a:ext cx="99" cy="9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close/>
              </a:path>
            </a:pathLst>
          </a:custGeom>
          <a:noFill/>
          <a:ln w="21875" cap="flat" cmpd="sng">
            <a:solidFill>
              <a:srgbClr val="15375B"/>
            </a:solidFill>
            <a:prstDash val="solid"/>
            <a:miter lim="58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39">
            <a:extLst>
              <a:ext uri="{FF2B5EF4-FFF2-40B4-BE49-F238E27FC236}">
                <a16:creationId xmlns:a16="http://schemas.microsoft.com/office/drawing/2014/main" id="{F4581EC2-D9F5-D7F7-EB03-4C530FB0F238}"/>
              </a:ext>
            </a:extLst>
          </p:cNvPr>
          <p:cNvSpPr/>
          <p:nvPr/>
        </p:nvSpPr>
        <p:spPr>
          <a:xfrm>
            <a:off x="3297629" y="2754580"/>
            <a:ext cx="99" cy="9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0" y="0"/>
                </a:moveTo>
                <a:close/>
              </a:path>
            </a:pathLst>
          </a:custGeom>
          <a:noFill/>
          <a:ln w="21875" cap="flat" cmpd="sng">
            <a:solidFill>
              <a:srgbClr val="15375B"/>
            </a:solidFill>
            <a:prstDash val="solid"/>
            <a:miter lim="58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39">
            <a:extLst>
              <a:ext uri="{FF2B5EF4-FFF2-40B4-BE49-F238E27FC236}">
                <a16:creationId xmlns:a16="http://schemas.microsoft.com/office/drawing/2014/main" id="{FD74E607-B73C-0630-63C3-9DECEEA8ADF4}"/>
              </a:ext>
            </a:extLst>
          </p:cNvPr>
          <p:cNvSpPr/>
          <p:nvPr/>
        </p:nvSpPr>
        <p:spPr>
          <a:xfrm>
            <a:off x="4733749" y="2755673"/>
            <a:ext cx="99" cy="9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0" y="1"/>
                </a:moveTo>
                <a:close/>
              </a:path>
            </a:pathLst>
          </a:custGeom>
          <a:noFill/>
          <a:ln w="21875" cap="flat" cmpd="sng">
            <a:solidFill>
              <a:srgbClr val="15375B"/>
            </a:solidFill>
            <a:prstDash val="solid"/>
            <a:miter lim="583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2" name="Google Shape;1392;p39">
            <a:extLst>
              <a:ext uri="{FF2B5EF4-FFF2-40B4-BE49-F238E27FC236}">
                <a16:creationId xmlns:a16="http://schemas.microsoft.com/office/drawing/2014/main" id="{DD4DC363-C4F9-D0E1-BDEA-E85533D3BEED}"/>
              </a:ext>
            </a:extLst>
          </p:cNvPr>
          <p:cNvGrpSpPr/>
          <p:nvPr/>
        </p:nvGrpSpPr>
        <p:grpSpPr>
          <a:xfrm>
            <a:off x="337836" y="2798009"/>
            <a:ext cx="1334157" cy="626585"/>
            <a:chOff x="1028408" y="3706246"/>
            <a:chExt cx="1334157" cy="626585"/>
          </a:xfrm>
        </p:grpSpPr>
        <p:sp>
          <p:nvSpPr>
            <p:cNvPr id="1393" name="Google Shape;1393;p39">
              <a:extLst>
                <a:ext uri="{FF2B5EF4-FFF2-40B4-BE49-F238E27FC236}">
                  <a16:creationId xmlns:a16="http://schemas.microsoft.com/office/drawing/2014/main" id="{2E8E8AC6-8388-79DE-94BA-30C46A8E3A90}"/>
                </a:ext>
              </a:extLst>
            </p:cNvPr>
            <p:cNvSpPr/>
            <p:nvPr/>
          </p:nvSpPr>
          <p:spPr>
            <a:xfrm>
              <a:off x="2341000" y="3726520"/>
              <a:ext cx="21565" cy="47105"/>
            </a:xfrm>
            <a:custGeom>
              <a:avLst/>
              <a:gdLst/>
              <a:ahLst/>
              <a:cxnLst/>
              <a:rect l="l" t="t" r="r" b="b"/>
              <a:pathLst>
                <a:path w="217" h="474" extrusionOk="0">
                  <a:moveTo>
                    <a:pt x="130" y="1"/>
                  </a:moveTo>
                  <a:cubicBezTo>
                    <a:pt x="88" y="1"/>
                    <a:pt x="52" y="34"/>
                    <a:pt x="47" y="77"/>
                  </a:cubicBezTo>
                  <a:cubicBezTo>
                    <a:pt x="35" y="176"/>
                    <a:pt x="23" y="276"/>
                    <a:pt x="6" y="375"/>
                  </a:cubicBezTo>
                  <a:cubicBezTo>
                    <a:pt x="0" y="421"/>
                    <a:pt x="35" y="462"/>
                    <a:pt x="76" y="474"/>
                  </a:cubicBezTo>
                  <a:lnTo>
                    <a:pt x="88" y="474"/>
                  </a:lnTo>
                  <a:cubicBezTo>
                    <a:pt x="129" y="474"/>
                    <a:pt x="164" y="445"/>
                    <a:pt x="169" y="404"/>
                  </a:cubicBezTo>
                  <a:cubicBezTo>
                    <a:pt x="187" y="299"/>
                    <a:pt x="199" y="194"/>
                    <a:pt x="210" y="95"/>
                  </a:cubicBezTo>
                  <a:cubicBezTo>
                    <a:pt x="216" y="48"/>
                    <a:pt x="181" y="7"/>
                    <a:pt x="140" y="1"/>
                  </a:cubicBezTo>
                  <a:cubicBezTo>
                    <a:pt x="137" y="1"/>
                    <a:pt x="133" y="1"/>
                    <a:pt x="130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9">
              <a:extLst>
                <a:ext uri="{FF2B5EF4-FFF2-40B4-BE49-F238E27FC236}">
                  <a16:creationId xmlns:a16="http://schemas.microsoft.com/office/drawing/2014/main" id="{2F7ABBBE-4F21-B08F-6AF6-1E598B4AC631}"/>
                </a:ext>
              </a:extLst>
            </p:cNvPr>
            <p:cNvSpPr/>
            <p:nvPr/>
          </p:nvSpPr>
          <p:spPr>
            <a:xfrm>
              <a:off x="1526096" y="4296459"/>
              <a:ext cx="77813" cy="28223"/>
            </a:xfrm>
            <a:custGeom>
              <a:avLst/>
              <a:gdLst/>
              <a:ahLst/>
              <a:cxnLst/>
              <a:rect l="l" t="t" r="r" b="b"/>
              <a:pathLst>
                <a:path w="783" h="284" extrusionOk="0">
                  <a:moveTo>
                    <a:pt x="92" y="1"/>
                  </a:moveTo>
                  <a:cubicBezTo>
                    <a:pt x="57" y="1"/>
                    <a:pt x="22" y="27"/>
                    <a:pt x="12" y="62"/>
                  </a:cubicBezTo>
                  <a:cubicBezTo>
                    <a:pt x="0" y="108"/>
                    <a:pt x="29" y="149"/>
                    <a:pt x="70" y="161"/>
                  </a:cubicBezTo>
                  <a:cubicBezTo>
                    <a:pt x="274" y="214"/>
                    <a:pt x="479" y="254"/>
                    <a:pt x="683" y="284"/>
                  </a:cubicBezTo>
                  <a:lnTo>
                    <a:pt x="695" y="284"/>
                  </a:lnTo>
                  <a:cubicBezTo>
                    <a:pt x="735" y="284"/>
                    <a:pt x="770" y="254"/>
                    <a:pt x="776" y="214"/>
                  </a:cubicBezTo>
                  <a:cubicBezTo>
                    <a:pt x="782" y="173"/>
                    <a:pt x="753" y="126"/>
                    <a:pt x="706" y="120"/>
                  </a:cubicBezTo>
                  <a:cubicBezTo>
                    <a:pt x="508" y="91"/>
                    <a:pt x="309" y="50"/>
                    <a:pt x="111" y="3"/>
                  </a:cubicBezTo>
                  <a:cubicBezTo>
                    <a:pt x="105" y="2"/>
                    <a:pt x="98" y="1"/>
                    <a:pt x="92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9">
              <a:extLst>
                <a:ext uri="{FF2B5EF4-FFF2-40B4-BE49-F238E27FC236}">
                  <a16:creationId xmlns:a16="http://schemas.microsoft.com/office/drawing/2014/main" id="{DFA3E7C9-CA14-631D-1A22-FB7C8D774E96}"/>
                </a:ext>
              </a:extLst>
            </p:cNvPr>
            <p:cNvSpPr/>
            <p:nvPr/>
          </p:nvSpPr>
          <p:spPr>
            <a:xfrm>
              <a:off x="1411214" y="4256012"/>
              <a:ext cx="74931" cy="39055"/>
            </a:xfrm>
            <a:custGeom>
              <a:avLst/>
              <a:gdLst/>
              <a:ahLst/>
              <a:cxnLst/>
              <a:rect l="l" t="t" r="r" b="b"/>
              <a:pathLst>
                <a:path w="754" h="393" extrusionOk="0">
                  <a:moveTo>
                    <a:pt x="90" y="1"/>
                  </a:moveTo>
                  <a:cubicBezTo>
                    <a:pt x="60" y="1"/>
                    <a:pt x="31" y="18"/>
                    <a:pt x="18" y="49"/>
                  </a:cubicBezTo>
                  <a:cubicBezTo>
                    <a:pt x="0" y="89"/>
                    <a:pt x="18" y="136"/>
                    <a:pt x="59" y="154"/>
                  </a:cubicBezTo>
                  <a:cubicBezTo>
                    <a:pt x="246" y="241"/>
                    <a:pt x="438" y="323"/>
                    <a:pt x="631" y="387"/>
                  </a:cubicBezTo>
                  <a:cubicBezTo>
                    <a:pt x="642" y="393"/>
                    <a:pt x="654" y="393"/>
                    <a:pt x="660" y="393"/>
                  </a:cubicBezTo>
                  <a:cubicBezTo>
                    <a:pt x="695" y="393"/>
                    <a:pt x="724" y="375"/>
                    <a:pt x="736" y="340"/>
                  </a:cubicBezTo>
                  <a:cubicBezTo>
                    <a:pt x="753" y="300"/>
                    <a:pt x="730" y="247"/>
                    <a:pt x="689" y="235"/>
                  </a:cubicBezTo>
                  <a:cubicBezTo>
                    <a:pt x="497" y="165"/>
                    <a:pt x="310" y="89"/>
                    <a:pt x="123" y="8"/>
                  </a:cubicBezTo>
                  <a:cubicBezTo>
                    <a:pt x="112" y="3"/>
                    <a:pt x="101" y="1"/>
                    <a:pt x="90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9">
              <a:extLst>
                <a:ext uri="{FF2B5EF4-FFF2-40B4-BE49-F238E27FC236}">
                  <a16:creationId xmlns:a16="http://schemas.microsoft.com/office/drawing/2014/main" id="{CCD5C7FB-D4AD-1FDE-6047-3EAC89FA891B}"/>
                </a:ext>
              </a:extLst>
            </p:cNvPr>
            <p:cNvSpPr/>
            <p:nvPr/>
          </p:nvSpPr>
          <p:spPr>
            <a:xfrm>
              <a:off x="1647238" y="4314745"/>
              <a:ext cx="77813" cy="18087"/>
            </a:xfrm>
            <a:custGeom>
              <a:avLst/>
              <a:gdLst/>
              <a:ahLst/>
              <a:cxnLst/>
              <a:rect l="l" t="t" r="r" b="b"/>
              <a:pathLst>
                <a:path w="783" h="182" extrusionOk="0">
                  <a:moveTo>
                    <a:pt x="94" y="0"/>
                  </a:moveTo>
                  <a:cubicBezTo>
                    <a:pt x="48" y="0"/>
                    <a:pt x="7" y="35"/>
                    <a:pt x="7" y="82"/>
                  </a:cubicBezTo>
                  <a:cubicBezTo>
                    <a:pt x="1" y="123"/>
                    <a:pt x="36" y="164"/>
                    <a:pt x="83" y="170"/>
                  </a:cubicBezTo>
                  <a:cubicBezTo>
                    <a:pt x="217" y="175"/>
                    <a:pt x="357" y="181"/>
                    <a:pt x="497" y="181"/>
                  </a:cubicBezTo>
                  <a:cubicBezTo>
                    <a:pt x="567" y="181"/>
                    <a:pt x="631" y="181"/>
                    <a:pt x="701" y="175"/>
                  </a:cubicBezTo>
                  <a:cubicBezTo>
                    <a:pt x="748" y="175"/>
                    <a:pt x="783" y="135"/>
                    <a:pt x="783" y="94"/>
                  </a:cubicBezTo>
                  <a:cubicBezTo>
                    <a:pt x="783" y="47"/>
                    <a:pt x="742" y="12"/>
                    <a:pt x="695" y="12"/>
                  </a:cubicBezTo>
                  <a:cubicBezTo>
                    <a:pt x="642" y="14"/>
                    <a:pt x="589" y="14"/>
                    <a:pt x="535" y="14"/>
                  </a:cubicBezTo>
                  <a:cubicBezTo>
                    <a:pt x="388" y="14"/>
                    <a:pt x="239" y="9"/>
                    <a:pt x="9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9">
              <a:extLst>
                <a:ext uri="{FF2B5EF4-FFF2-40B4-BE49-F238E27FC236}">
                  <a16:creationId xmlns:a16="http://schemas.microsoft.com/office/drawing/2014/main" id="{C9F2D8DD-5246-2DD5-7047-68166C4E0E84}"/>
                </a:ext>
              </a:extLst>
            </p:cNvPr>
            <p:cNvSpPr/>
            <p:nvPr/>
          </p:nvSpPr>
          <p:spPr>
            <a:xfrm>
              <a:off x="1305674" y="4194993"/>
              <a:ext cx="69664" cy="49092"/>
            </a:xfrm>
            <a:custGeom>
              <a:avLst/>
              <a:gdLst/>
              <a:ahLst/>
              <a:cxnLst/>
              <a:rect l="l" t="t" r="r" b="b"/>
              <a:pathLst>
                <a:path w="701" h="494" extrusionOk="0">
                  <a:moveTo>
                    <a:pt x="90" y="1"/>
                  </a:moveTo>
                  <a:cubicBezTo>
                    <a:pt x="65" y="1"/>
                    <a:pt x="41" y="11"/>
                    <a:pt x="24" y="32"/>
                  </a:cubicBezTo>
                  <a:cubicBezTo>
                    <a:pt x="0" y="73"/>
                    <a:pt x="6" y="126"/>
                    <a:pt x="41" y="149"/>
                  </a:cubicBezTo>
                  <a:cubicBezTo>
                    <a:pt x="210" y="272"/>
                    <a:pt x="391" y="382"/>
                    <a:pt x="566" y="487"/>
                  </a:cubicBezTo>
                  <a:cubicBezTo>
                    <a:pt x="578" y="493"/>
                    <a:pt x="596" y="493"/>
                    <a:pt x="607" y="493"/>
                  </a:cubicBezTo>
                  <a:cubicBezTo>
                    <a:pt x="636" y="493"/>
                    <a:pt x="666" y="482"/>
                    <a:pt x="677" y="452"/>
                  </a:cubicBezTo>
                  <a:cubicBezTo>
                    <a:pt x="701" y="417"/>
                    <a:pt x="689" y="365"/>
                    <a:pt x="648" y="342"/>
                  </a:cubicBezTo>
                  <a:cubicBezTo>
                    <a:pt x="473" y="242"/>
                    <a:pt x="304" y="131"/>
                    <a:pt x="140" y="15"/>
                  </a:cubicBezTo>
                  <a:cubicBezTo>
                    <a:pt x="124" y="5"/>
                    <a:pt x="107" y="1"/>
                    <a:pt x="90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9">
              <a:extLst>
                <a:ext uri="{FF2B5EF4-FFF2-40B4-BE49-F238E27FC236}">
                  <a16:creationId xmlns:a16="http://schemas.microsoft.com/office/drawing/2014/main" id="{2AF61912-02FB-A78C-DF92-04EFBA4DA63E}"/>
                </a:ext>
              </a:extLst>
            </p:cNvPr>
            <p:cNvSpPr/>
            <p:nvPr/>
          </p:nvSpPr>
          <p:spPr>
            <a:xfrm>
              <a:off x="1078296" y="3913353"/>
              <a:ext cx="44720" cy="71452"/>
            </a:xfrm>
            <a:custGeom>
              <a:avLst/>
              <a:gdLst/>
              <a:ahLst/>
              <a:cxnLst/>
              <a:rect l="l" t="t" r="r" b="b"/>
              <a:pathLst>
                <a:path w="450" h="719" extrusionOk="0">
                  <a:moveTo>
                    <a:pt x="90" y="1"/>
                  </a:moveTo>
                  <a:cubicBezTo>
                    <a:pt x="80" y="1"/>
                    <a:pt x="69" y="2"/>
                    <a:pt x="59" y="6"/>
                  </a:cubicBezTo>
                  <a:cubicBezTo>
                    <a:pt x="18" y="24"/>
                    <a:pt x="0" y="76"/>
                    <a:pt x="18" y="117"/>
                  </a:cubicBezTo>
                  <a:cubicBezTo>
                    <a:pt x="100" y="304"/>
                    <a:pt x="187" y="497"/>
                    <a:pt x="286" y="678"/>
                  </a:cubicBezTo>
                  <a:cubicBezTo>
                    <a:pt x="304" y="707"/>
                    <a:pt x="327" y="718"/>
                    <a:pt x="356" y="718"/>
                  </a:cubicBezTo>
                  <a:cubicBezTo>
                    <a:pt x="374" y="718"/>
                    <a:pt x="386" y="718"/>
                    <a:pt x="397" y="707"/>
                  </a:cubicBezTo>
                  <a:cubicBezTo>
                    <a:pt x="438" y="689"/>
                    <a:pt x="450" y="637"/>
                    <a:pt x="432" y="596"/>
                  </a:cubicBezTo>
                  <a:cubicBezTo>
                    <a:pt x="333" y="421"/>
                    <a:pt x="245" y="234"/>
                    <a:pt x="170" y="53"/>
                  </a:cubicBezTo>
                  <a:cubicBezTo>
                    <a:pt x="156" y="22"/>
                    <a:pt x="125" y="1"/>
                    <a:pt x="90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9">
              <a:extLst>
                <a:ext uri="{FF2B5EF4-FFF2-40B4-BE49-F238E27FC236}">
                  <a16:creationId xmlns:a16="http://schemas.microsoft.com/office/drawing/2014/main" id="{2746881C-BA62-2812-4876-2998F6497DC0}"/>
                </a:ext>
              </a:extLst>
            </p:cNvPr>
            <p:cNvSpPr/>
            <p:nvPr/>
          </p:nvSpPr>
          <p:spPr>
            <a:xfrm>
              <a:off x="1212855" y="4115490"/>
              <a:ext cx="62707" cy="58434"/>
            </a:xfrm>
            <a:custGeom>
              <a:avLst/>
              <a:gdLst/>
              <a:ahLst/>
              <a:cxnLst/>
              <a:rect l="l" t="t" r="r" b="b"/>
              <a:pathLst>
                <a:path w="631" h="588" extrusionOk="0">
                  <a:moveTo>
                    <a:pt x="92" y="1"/>
                  </a:moveTo>
                  <a:cubicBezTo>
                    <a:pt x="70" y="1"/>
                    <a:pt x="50" y="9"/>
                    <a:pt x="35" y="27"/>
                  </a:cubicBezTo>
                  <a:cubicBezTo>
                    <a:pt x="0" y="56"/>
                    <a:pt x="0" y="109"/>
                    <a:pt x="35" y="144"/>
                  </a:cubicBezTo>
                  <a:cubicBezTo>
                    <a:pt x="175" y="289"/>
                    <a:pt x="327" y="435"/>
                    <a:pt x="485" y="570"/>
                  </a:cubicBezTo>
                  <a:cubicBezTo>
                    <a:pt x="502" y="581"/>
                    <a:pt x="520" y="587"/>
                    <a:pt x="537" y="587"/>
                  </a:cubicBezTo>
                  <a:cubicBezTo>
                    <a:pt x="561" y="587"/>
                    <a:pt x="584" y="575"/>
                    <a:pt x="602" y="558"/>
                  </a:cubicBezTo>
                  <a:cubicBezTo>
                    <a:pt x="631" y="523"/>
                    <a:pt x="631" y="470"/>
                    <a:pt x="596" y="441"/>
                  </a:cubicBezTo>
                  <a:cubicBezTo>
                    <a:pt x="438" y="313"/>
                    <a:pt x="292" y="173"/>
                    <a:pt x="152" y="27"/>
                  </a:cubicBezTo>
                  <a:cubicBezTo>
                    <a:pt x="135" y="9"/>
                    <a:pt x="113" y="1"/>
                    <a:pt x="92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9">
              <a:extLst>
                <a:ext uri="{FF2B5EF4-FFF2-40B4-BE49-F238E27FC236}">
                  <a16:creationId xmlns:a16="http://schemas.microsoft.com/office/drawing/2014/main" id="{A6191314-C17D-332B-EC1D-357D40E05F46}"/>
                </a:ext>
              </a:extLst>
            </p:cNvPr>
            <p:cNvSpPr/>
            <p:nvPr/>
          </p:nvSpPr>
          <p:spPr>
            <a:xfrm>
              <a:off x="1136234" y="4020781"/>
              <a:ext cx="54658" cy="65490"/>
            </a:xfrm>
            <a:custGeom>
              <a:avLst/>
              <a:gdLst/>
              <a:ahLst/>
              <a:cxnLst/>
              <a:rect l="l" t="t" r="r" b="b"/>
              <a:pathLst>
                <a:path w="550" h="659" extrusionOk="0">
                  <a:moveTo>
                    <a:pt x="94" y="0"/>
                  </a:moveTo>
                  <a:cubicBezTo>
                    <a:pt x="78" y="0"/>
                    <a:pt x="61" y="5"/>
                    <a:pt x="48" y="17"/>
                  </a:cubicBezTo>
                  <a:cubicBezTo>
                    <a:pt x="7" y="40"/>
                    <a:pt x="1" y="93"/>
                    <a:pt x="24" y="128"/>
                  </a:cubicBezTo>
                  <a:cubicBezTo>
                    <a:pt x="141" y="303"/>
                    <a:pt x="264" y="466"/>
                    <a:pt x="392" y="630"/>
                  </a:cubicBezTo>
                  <a:cubicBezTo>
                    <a:pt x="410" y="647"/>
                    <a:pt x="433" y="659"/>
                    <a:pt x="456" y="659"/>
                  </a:cubicBezTo>
                  <a:cubicBezTo>
                    <a:pt x="474" y="659"/>
                    <a:pt x="491" y="653"/>
                    <a:pt x="509" y="641"/>
                  </a:cubicBezTo>
                  <a:cubicBezTo>
                    <a:pt x="544" y="612"/>
                    <a:pt x="550" y="560"/>
                    <a:pt x="520" y="525"/>
                  </a:cubicBezTo>
                  <a:cubicBezTo>
                    <a:pt x="392" y="367"/>
                    <a:pt x="275" y="204"/>
                    <a:pt x="159" y="34"/>
                  </a:cubicBezTo>
                  <a:cubicBezTo>
                    <a:pt x="144" y="13"/>
                    <a:pt x="119" y="0"/>
                    <a:pt x="9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9">
              <a:extLst>
                <a:ext uri="{FF2B5EF4-FFF2-40B4-BE49-F238E27FC236}">
                  <a16:creationId xmlns:a16="http://schemas.microsoft.com/office/drawing/2014/main" id="{D76608D3-99AC-3FC6-87D2-A303EE515737}"/>
                </a:ext>
              </a:extLst>
            </p:cNvPr>
            <p:cNvSpPr/>
            <p:nvPr/>
          </p:nvSpPr>
          <p:spPr>
            <a:xfrm>
              <a:off x="1041725" y="3797278"/>
              <a:ext cx="33788" cy="75527"/>
            </a:xfrm>
            <a:custGeom>
              <a:avLst/>
              <a:gdLst/>
              <a:ahLst/>
              <a:cxnLst/>
              <a:rect l="l" t="t" r="r" b="b"/>
              <a:pathLst>
                <a:path w="340" h="760" extrusionOk="0">
                  <a:moveTo>
                    <a:pt x="85" y="0"/>
                  </a:moveTo>
                  <a:cubicBezTo>
                    <a:pt x="80" y="0"/>
                    <a:pt x="75" y="1"/>
                    <a:pt x="71" y="1"/>
                  </a:cubicBezTo>
                  <a:cubicBezTo>
                    <a:pt x="24" y="13"/>
                    <a:pt x="1" y="54"/>
                    <a:pt x="7" y="100"/>
                  </a:cubicBezTo>
                  <a:cubicBezTo>
                    <a:pt x="53" y="305"/>
                    <a:pt x="106" y="503"/>
                    <a:pt x="170" y="702"/>
                  </a:cubicBezTo>
                  <a:cubicBezTo>
                    <a:pt x="182" y="737"/>
                    <a:pt x="211" y="760"/>
                    <a:pt x="246" y="760"/>
                  </a:cubicBezTo>
                  <a:cubicBezTo>
                    <a:pt x="257" y="760"/>
                    <a:pt x="263" y="754"/>
                    <a:pt x="269" y="754"/>
                  </a:cubicBezTo>
                  <a:cubicBezTo>
                    <a:pt x="316" y="742"/>
                    <a:pt x="339" y="696"/>
                    <a:pt x="328" y="649"/>
                  </a:cubicBezTo>
                  <a:cubicBezTo>
                    <a:pt x="263" y="462"/>
                    <a:pt x="211" y="264"/>
                    <a:pt x="170" y="65"/>
                  </a:cubicBezTo>
                  <a:cubicBezTo>
                    <a:pt x="159" y="24"/>
                    <a:pt x="125" y="0"/>
                    <a:pt x="85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9">
              <a:extLst>
                <a:ext uri="{FF2B5EF4-FFF2-40B4-BE49-F238E27FC236}">
                  <a16:creationId xmlns:a16="http://schemas.microsoft.com/office/drawing/2014/main" id="{FEF7C427-258A-B8EC-40A7-25C768B53AA9}"/>
                </a:ext>
              </a:extLst>
            </p:cNvPr>
            <p:cNvSpPr/>
            <p:nvPr/>
          </p:nvSpPr>
          <p:spPr>
            <a:xfrm>
              <a:off x="2188951" y="4037278"/>
              <a:ext cx="56446" cy="64695"/>
            </a:xfrm>
            <a:custGeom>
              <a:avLst/>
              <a:gdLst/>
              <a:ahLst/>
              <a:cxnLst/>
              <a:rect l="l" t="t" r="r" b="b"/>
              <a:pathLst>
                <a:path w="568" h="651" extrusionOk="0">
                  <a:moveTo>
                    <a:pt x="475" y="1"/>
                  </a:moveTo>
                  <a:cubicBezTo>
                    <a:pt x="448" y="1"/>
                    <a:pt x="422" y="12"/>
                    <a:pt x="404" y="38"/>
                  </a:cubicBezTo>
                  <a:cubicBezTo>
                    <a:pt x="287" y="201"/>
                    <a:pt x="164" y="364"/>
                    <a:pt x="30" y="516"/>
                  </a:cubicBezTo>
                  <a:cubicBezTo>
                    <a:pt x="1" y="551"/>
                    <a:pt x="7" y="598"/>
                    <a:pt x="42" y="633"/>
                  </a:cubicBezTo>
                  <a:cubicBezTo>
                    <a:pt x="54" y="645"/>
                    <a:pt x="77" y="650"/>
                    <a:pt x="94" y="650"/>
                  </a:cubicBezTo>
                  <a:cubicBezTo>
                    <a:pt x="118" y="650"/>
                    <a:pt x="141" y="639"/>
                    <a:pt x="159" y="621"/>
                  </a:cubicBezTo>
                  <a:cubicBezTo>
                    <a:pt x="293" y="464"/>
                    <a:pt x="421" y="300"/>
                    <a:pt x="538" y="131"/>
                  </a:cubicBezTo>
                  <a:cubicBezTo>
                    <a:pt x="567" y="96"/>
                    <a:pt x="555" y="43"/>
                    <a:pt x="520" y="14"/>
                  </a:cubicBezTo>
                  <a:cubicBezTo>
                    <a:pt x="507" y="5"/>
                    <a:pt x="491" y="1"/>
                    <a:pt x="475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9">
              <a:extLst>
                <a:ext uri="{FF2B5EF4-FFF2-40B4-BE49-F238E27FC236}">
                  <a16:creationId xmlns:a16="http://schemas.microsoft.com/office/drawing/2014/main" id="{BEBAB0B9-9AF0-3379-62CE-12A4BB02297D}"/>
                </a:ext>
              </a:extLst>
            </p:cNvPr>
            <p:cNvSpPr/>
            <p:nvPr/>
          </p:nvSpPr>
          <p:spPr>
            <a:xfrm>
              <a:off x="2259808" y="3931837"/>
              <a:ext cx="46409" cy="70359"/>
            </a:xfrm>
            <a:custGeom>
              <a:avLst/>
              <a:gdLst/>
              <a:ahLst/>
              <a:cxnLst/>
              <a:rect l="l" t="t" r="r" b="b"/>
              <a:pathLst>
                <a:path w="467" h="708" extrusionOk="0">
                  <a:moveTo>
                    <a:pt x="376" y="0"/>
                  </a:moveTo>
                  <a:cubicBezTo>
                    <a:pt x="345" y="0"/>
                    <a:pt x="316" y="18"/>
                    <a:pt x="304" y="48"/>
                  </a:cubicBezTo>
                  <a:cubicBezTo>
                    <a:pt x="216" y="229"/>
                    <a:pt x="123" y="410"/>
                    <a:pt x="23" y="585"/>
                  </a:cubicBezTo>
                  <a:cubicBezTo>
                    <a:pt x="0" y="626"/>
                    <a:pt x="12" y="678"/>
                    <a:pt x="53" y="702"/>
                  </a:cubicBezTo>
                  <a:cubicBezTo>
                    <a:pt x="64" y="708"/>
                    <a:pt x="76" y="708"/>
                    <a:pt x="93" y="708"/>
                  </a:cubicBezTo>
                  <a:cubicBezTo>
                    <a:pt x="123" y="708"/>
                    <a:pt x="146" y="696"/>
                    <a:pt x="163" y="667"/>
                  </a:cubicBezTo>
                  <a:cubicBezTo>
                    <a:pt x="268" y="492"/>
                    <a:pt x="362" y="305"/>
                    <a:pt x="449" y="118"/>
                  </a:cubicBezTo>
                  <a:cubicBezTo>
                    <a:pt x="467" y="77"/>
                    <a:pt x="449" y="25"/>
                    <a:pt x="409" y="7"/>
                  </a:cubicBezTo>
                  <a:cubicBezTo>
                    <a:pt x="398" y="3"/>
                    <a:pt x="387" y="0"/>
                    <a:pt x="376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9">
              <a:extLst>
                <a:ext uri="{FF2B5EF4-FFF2-40B4-BE49-F238E27FC236}">
                  <a16:creationId xmlns:a16="http://schemas.microsoft.com/office/drawing/2014/main" id="{C3CB2310-90C0-4D26-E1F0-9DA19A7B4BE8}"/>
                </a:ext>
              </a:extLst>
            </p:cNvPr>
            <p:cNvSpPr/>
            <p:nvPr/>
          </p:nvSpPr>
          <p:spPr>
            <a:xfrm>
              <a:off x="2310789" y="3816855"/>
              <a:ext cx="36074" cy="75129"/>
            </a:xfrm>
            <a:custGeom>
              <a:avLst/>
              <a:gdLst/>
              <a:ahLst/>
              <a:cxnLst/>
              <a:rect l="l" t="t" r="r" b="b"/>
              <a:pathLst>
                <a:path w="363" h="756" extrusionOk="0">
                  <a:moveTo>
                    <a:pt x="272" y="0"/>
                  </a:moveTo>
                  <a:cubicBezTo>
                    <a:pt x="234" y="0"/>
                    <a:pt x="203" y="26"/>
                    <a:pt x="193" y="61"/>
                  </a:cubicBezTo>
                  <a:cubicBezTo>
                    <a:pt x="141" y="260"/>
                    <a:pt x="82" y="452"/>
                    <a:pt x="18" y="645"/>
                  </a:cubicBezTo>
                  <a:cubicBezTo>
                    <a:pt x="1" y="686"/>
                    <a:pt x="24" y="732"/>
                    <a:pt x="65" y="750"/>
                  </a:cubicBezTo>
                  <a:cubicBezTo>
                    <a:pt x="76" y="750"/>
                    <a:pt x="82" y="756"/>
                    <a:pt x="94" y="756"/>
                  </a:cubicBezTo>
                  <a:cubicBezTo>
                    <a:pt x="129" y="756"/>
                    <a:pt x="158" y="732"/>
                    <a:pt x="170" y="697"/>
                  </a:cubicBezTo>
                  <a:cubicBezTo>
                    <a:pt x="240" y="505"/>
                    <a:pt x="298" y="300"/>
                    <a:pt x="351" y="102"/>
                  </a:cubicBezTo>
                  <a:cubicBezTo>
                    <a:pt x="362" y="61"/>
                    <a:pt x="333" y="14"/>
                    <a:pt x="292" y="3"/>
                  </a:cubicBezTo>
                  <a:cubicBezTo>
                    <a:pt x="285" y="1"/>
                    <a:pt x="278" y="0"/>
                    <a:pt x="27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9">
              <a:extLst>
                <a:ext uri="{FF2B5EF4-FFF2-40B4-BE49-F238E27FC236}">
                  <a16:creationId xmlns:a16="http://schemas.microsoft.com/office/drawing/2014/main" id="{69163245-AC58-D88E-80BA-30B4FFD46230}"/>
                </a:ext>
              </a:extLst>
            </p:cNvPr>
            <p:cNvSpPr/>
            <p:nvPr/>
          </p:nvSpPr>
          <p:spPr>
            <a:xfrm>
              <a:off x="1769077" y="4301130"/>
              <a:ext cx="77813" cy="26434"/>
            </a:xfrm>
            <a:custGeom>
              <a:avLst/>
              <a:gdLst/>
              <a:ahLst/>
              <a:cxnLst/>
              <a:rect l="l" t="t" r="r" b="b"/>
              <a:pathLst>
                <a:path w="783" h="266" extrusionOk="0">
                  <a:moveTo>
                    <a:pt x="696" y="1"/>
                  </a:moveTo>
                  <a:cubicBezTo>
                    <a:pt x="690" y="1"/>
                    <a:pt x="684" y="1"/>
                    <a:pt x="677" y="3"/>
                  </a:cubicBezTo>
                  <a:cubicBezTo>
                    <a:pt x="479" y="44"/>
                    <a:pt x="275" y="79"/>
                    <a:pt x="76" y="102"/>
                  </a:cubicBezTo>
                  <a:cubicBezTo>
                    <a:pt x="30" y="108"/>
                    <a:pt x="0" y="149"/>
                    <a:pt x="6" y="196"/>
                  </a:cubicBezTo>
                  <a:cubicBezTo>
                    <a:pt x="12" y="237"/>
                    <a:pt x="47" y="266"/>
                    <a:pt x="88" y="266"/>
                  </a:cubicBezTo>
                  <a:lnTo>
                    <a:pt x="94" y="266"/>
                  </a:lnTo>
                  <a:cubicBezTo>
                    <a:pt x="304" y="242"/>
                    <a:pt x="508" y="207"/>
                    <a:pt x="707" y="161"/>
                  </a:cubicBezTo>
                  <a:cubicBezTo>
                    <a:pt x="753" y="149"/>
                    <a:pt x="783" y="108"/>
                    <a:pt x="771" y="61"/>
                  </a:cubicBezTo>
                  <a:cubicBezTo>
                    <a:pt x="766" y="27"/>
                    <a:pt x="732" y="1"/>
                    <a:pt x="696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9">
              <a:extLst>
                <a:ext uri="{FF2B5EF4-FFF2-40B4-BE49-F238E27FC236}">
                  <a16:creationId xmlns:a16="http://schemas.microsoft.com/office/drawing/2014/main" id="{D6110DB7-001A-0A80-F087-7196AE57983A}"/>
                </a:ext>
              </a:extLst>
            </p:cNvPr>
            <p:cNvSpPr/>
            <p:nvPr/>
          </p:nvSpPr>
          <p:spPr>
            <a:xfrm>
              <a:off x="2101399" y="4129900"/>
              <a:ext cx="64496" cy="56745"/>
            </a:xfrm>
            <a:custGeom>
              <a:avLst/>
              <a:gdLst/>
              <a:ahLst/>
              <a:cxnLst/>
              <a:rect l="l" t="t" r="r" b="b"/>
              <a:pathLst>
                <a:path w="649" h="571" extrusionOk="0">
                  <a:moveTo>
                    <a:pt x="554" y="1"/>
                  </a:moveTo>
                  <a:cubicBezTo>
                    <a:pt x="534" y="1"/>
                    <a:pt x="513" y="8"/>
                    <a:pt x="497" y="22"/>
                  </a:cubicBezTo>
                  <a:cubicBezTo>
                    <a:pt x="351" y="162"/>
                    <a:pt x="199" y="296"/>
                    <a:pt x="42" y="425"/>
                  </a:cubicBezTo>
                  <a:cubicBezTo>
                    <a:pt x="7" y="454"/>
                    <a:pt x="1" y="506"/>
                    <a:pt x="30" y="541"/>
                  </a:cubicBezTo>
                  <a:cubicBezTo>
                    <a:pt x="47" y="559"/>
                    <a:pt x="71" y="570"/>
                    <a:pt x="94" y="570"/>
                  </a:cubicBezTo>
                  <a:cubicBezTo>
                    <a:pt x="112" y="570"/>
                    <a:pt x="129" y="565"/>
                    <a:pt x="147" y="553"/>
                  </a:cubicBezTo>
                  <a:cubicBezTo>
                    <a:pt x="304" y="425"/>
                    <a:pt x="462" y="285"/>
                    <a:pt x="614" y="139"/>
                  </a:cubicBezTo>
                  <a:cubicBezTo>
                    <a:pt x="643" y="109"/>
                    <a:pt x="649" y="57"/>
                    <a:pt x="614" y="28"/>
                  </a:cubicBezTo>
                  <a:cubicBezTo>
                    <a:pt x="598" y="9"/>
                    <a:pt x="577" y="1"/>
                    <a:pt x="554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9">
              <a:extLst>
                <a:ext uri="{FF2B5EF4-FFF2-40B4-BE49-F238E27FC236}">
                  <a16:creationId xmlns:a16="http://schemas.microsoft.com/office/drawing/2014/main" id="{550E7472-BFD5-4548-7034-5B4D090A2F5B}"/>
                </a:ext>
              </a:extLst>
            </p:cNvPr>
            <p:cNvSpPr/>
            <p:nvPr/>
          </p:nvSpPr>
          <p:spPr>
            <a:xfrm>
              <a:off x="1887436" y="4264161"/>
              <a:ext cx="76024" cy="37366"/>
            </a:xfrm>
            <a:custGeom>
              <a:avLst/>
              <a:gdLst/>
              <a:ahLst/>
              <a:cxnLst/>
              <a:rect l="l" t="t" r="r" b="b"/>
              <a:pathLst>
                <a:path w="765" h="376" extrusionOk="0">
                  <a:moveTo>
                    <a:pt x="672" y="1"/>
                  </a:moveTo>
                  <a:cubicBezTo>
                    <a:pt x="661" y="1"/>
                    <a:pt x="648" y="3"/>
                    <a:pt x="636" y="7"/>
                  </a:cubicBezTo>
                  <a:cubicBezTo>
                    <a:pt x="455" y="83"/>
                    <a:pt x="263" y="153"/>
                    <a:pt x="70" y="218"/>
                  </a:cubicBezTo>
                  <a:cubicBezTo>
                    <a:pt x="29" y="229"/>
                    <a:pt x="0" y="276"/>
                    <a:pt x="18" y="317"/>
                  </a:cubicBezTo>
                  <a:cubicBezTo>
                    <a:pt x="29" y="352"/>
                    <a:pt x="58" y="375"/>
                    <a:pt x="93" y="375"/>
                  </a:cubicBezTo>
                  <a:cubicBezTo>
                    <a:pt x="105" y="375"/>
                    <a:pt x="111" y="375"/>
                    <a:pt x="117" y="369"/>
                  </a:cubicBezTo>
                  <a:cubicBezTo>
                    <a:pt x="315" y="311"/>
                    <a:pt x="514" y="235"/>
                    <a:pt x="700" y="153"/>
                  </a:cubicBezTo>
                  <a:cubicBezTo>
                    <a:pt x="741" y="142"/>
                    <a:pt x="765" y="89"/>
                    <a:pt x="747" y="48"/>
                  </a:cubicBezTo>
                  <a:cubicBezTo>
                    <a:pt x="734" y="18"/>
                    <a:pt x="705" y="1"/>
                    <a:pt x="672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9">
              <a:extLst>
                <a:ext uri="{FF2B5EF4-FFF2-40B4-BE49-F238E27FC236}">
                  <a16:creationId xmlns:a16="http://schemas.microsoft.com/office/drawing/2014/main" id="{22F04F51-B0DA-3172-F956-F2A01F796797}"/>
                </a:ext>
              </a:extLst>
            </p:cNvPr>
            <p:cNvSpPr/>
            <p:nvPr/>
          </p:nvSpPr>
          <p:spPr>
            <a:xfrm>
              <a:off x="1999933" y="4206223"/>
              <a:ext cx="70856" cy="47701"/>
            </a:xfrm>
            <a:custGeom>
              <a:avLst/>
              <a:gdLst/>
              <a:ahLst/>
              <a:cxnLst/>
              <a:rect l="l" t="t" r="r" b="b"/>
              <a:pathLst>
                <a:path w="713" h="480" extrusionOk="0">
                  <a:moveTo>
                    <a:pt x="617" y="0"/>
                  </a:moveTo>
                  <a:cubicBezTo>
                    <a:pt x="602" y="0"/>
                    <a:pt x="587" y="4"/>
                    <a:pt x="572" y="13"/>
                  </a:cubicBezTo>
                  <a:cubicBezTo>
                    <a:pt x="409" y="129"/>
                    <a:pt x="234" y="229"/>
                    <a:pt x="53" y="328"/>
                  </a:cubicBezTo>
                  <a:cubicBezTo>
                    <a:pt x="12" y="345"/>
                    <a:pt x="0" y="398"/>
                    <a:pt x="18" y="439"/>
                  </a:cubicBezTo>
                  <a:cubicBezTo>
                    <a:pt x="35" y="468"/>
                    <a:pt x="65" y="480"/>
                    <a:pt x="94" y="480"/>
                  </a:cubicBezTo>
                  <a:cubicBezTo>
                    <a:pt x="105" y="480"/>
                    <a:pt x="117" y="480"/>
                    <a:pt x="129" y="474"/>
                  </a:cubicBezTo>
                  <a:cubicBezTo>
                    <a:pt x="315" y="374"/>
                    <a:pt x="491" y="269"/>
                    <a:pt x="666" y="153"/>
                  </a:cubicBezTo>
                  <a:cubicBezTo>
                    <a:pt x="701" y="129"/>
                    <a:pt x="712" y="77"/>
                    <a:pt x="689" y="36"/>
                  </a:cubicBezTo>
                  <a:cubicBezTo>
                    <a:pt x="670" y="13"/>
                    <a:pt x="644" y="0"/>
                    <a:pt x="617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9">
              <a:extLst>
                <a:ext uri="{FF2B5EF4-FFF2-40B4-BE49-F238E27FC236}">
                  <a16:creationId xmlns:a16="http://schemas.microsoft.com/office/drawing/2014/main" id="{08C6AA3D-2DEB-E543-8807-EB5675B58757}"/>
                </a:ext>
              </a:extLst>
            </p:cNvPr>
            <p:cNvSpPr/>
            <p:nvPr/>
          </p:nvSpPr>
          <p:spPr>
            <a:xfrm>
              <a:off x="1028408" y="3706246"/>
              <a:ext cx="20372" cy="47105"/>
            </a:xfrm>
            <a:custGeom>
              <a:avLst/>
              <a:gdLst/>
              <a:ahLst/>
              <a:cxnLst/>
              <a:rect l="l" t="t" r="r" b="b"/>
              <a:pathLst>
                <a:path w="205" h="474" extrusionOk="0">
                  <a:moveTo>
                    <a:pt x="91" y="0"/>
                  </a:moveTo>
                  <a:cubicBezTo>
                    <a:pt x="88" y="0"/>
                    <a:pt x="85" y="1"/>
                    <a:pt x="82" y="1"/>
                  </a:cubicBezTo>
                  <a:cubicBezTo>
                    <a:pt x="35" y="7"/>
                    <a:pt x="0" y="42"/>
                    <a:pt x="6" y="89"/>
                  </a:cubicBezTo>
                  <a:cubicBezTo>
                    <a:pt x="12" y="194"/>
                    <a:pt x="24" y="299"/>
                    <a:pt x="35" y="398"/>
                  </a:cubicBezTo>
                  <a:cubicBezTo>
                    <a:pt x="41" y="439"/>
                    <a:pt x="76" y="474"/>
                    <a:pt x="117" y="474"/>
                  </a:cubicBezTo>
                  <a:cubicBezTo>
                    <a:pt x="123" y="474"/>
                    <a:pt x="123" y="474"/>
                    <a:pt x="129" y="468"/>
                  </a:cubicBezTo>
                  <a:cubicBezTo>
                    <a:pt x="170" y="468"/>
                    <a:pt x="205" y="421"/>
                    <a:pt x="199" y="380"/>
                  </a:cubicBezTo>
                  <a:cubicBezTo>
                    <a:pt x="187" y="281"/>
                    <a:pt x="176" y="176"/>
                    <a:pt x="170" y="77"/>
                  </a:cubicBezTo>
                  <a:cubicBezTo>
                    <a:pt x="164" y="34"/>
                    <a:pt x="129" y="0"/>
                    <a:pt x="9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0" name="Google Shape;1410;p39">
            <a:extLst>
              <a:ext uri="{FF2B5EF4-FFF2-40B4-BE49-F238E27FC236}">
                <a16:creationId xmlns:a16="http://schemas.microsoft.com/office/drawing/2014/main" id="{C3841FCF-487F-FA71-6864-F7166910DC17}"/>
              </a:ext>
            </a:extLst>
          </p:cNvPr>
          <p:cNvGrpSpPr/>
          <p:nvPr/>
        </p:nvGrpSpPr>
        <p:grpSpPr>
          <a:xfrm>
            <a:off x="1802975" y="2085262"/>
            <a:ext cx="1303350" cy="573715"/>
            <a:chOff x="2493547" y="2993499"/>
            <a:chExt cx="1303350" cy="573715"/>
          </a:xfrm>
        </p:grpSpPr>
        <p:sp>
          <p:nvSpPr>
            <p:cNvPr id="1411" name="Google Shape;1411;p39">
              <a:extLst>
                <a:ext uri="{FF2B5EF4-FFF2-40B4-BE49-F238E27FC236}">
                  <a16:creationId xmlns:a16="http://schemas.microsoft.com/office/drawing/2014/main" id="{A5B7A9DA-5BB7-1B46-3ECB-A3B95233AA07}"/>
                </a:ext>
              </a:extLst>
            </p:cNvPr>
            <p:cNvSpPr/>
            <p:nvPr/>
          </p:nvSpPr>
          <p:spPr>
            <a:xfrm>
              <a:off x="3379805" y="3043884"/>
              <a:ext cx="73738" cy="42434"/>
            </a:xfrm>
            <a:custGeom>
              <a:avLst/>
              <a:gdLst/>
              <a:ahLst/>
              <a:cxnLst/>
              <a:rect l="l" t="t" r="r" b="b"/>
              <a:pathLst>
                <a:path w="742" h="427" extrusionOk="0">
                  <a:moveTo>
                    <a:pt x="94" y="1"/>
                  </a:moveTo>
                  <a:cubicBezTo>
                    <a:pt x="62" y="1"/>
                    <a:pt x="31" y="22"/>
                    <a:pt x="18" y="53"/>
                  </a:cubicBezTo>
                  <a:cubicBezTo>
                    <a:pt x="0" y="94"/>
                    <a:pt x="18" y="141"/>
                    <a:pt x="58" y="158"/>
                  </a:cubicBezTo>
                  <a:cubicBezTo>
                    <a:pt x="245" y="240"/>
                    <a:pt x="432" y="328"/>
                    <a:pt x="613" y="421"/>
                  </a:cubicBezTo>
                  <a:cubicBezTo>
                    <a:pt x="625" y="427"/>
                    <a:pt x="636" y="427"/>
                    <a:pt x="648" y="427"/>
                  </a:cubicBezTo>
                  <a:cubicBezTo>
                    <a:pt x="677" y="427"/>
                    <a:pt x="706" y="415"/>
                    <a:pt x="724" y="386"/>
                  </a:cubicBezTo>
                  <a:cubicBezTo>
                    <a:pt x="741" y="345"/>
                    <a:pt x="730" y="298"/>
                    <a:pt x="689" y="275"/>
                  </a:cubicBezTo>
                  <a:cubicBezTo>
                    <a:pt x="502" y="176"/>
                    <a:pt x="315" y="88"/>
                    <a:pt x="123" y="7"/>
                  </a:cubicBezTo>
                  <a:cubicBezTo>
                    <a:pt x="113" y="3"/>
                    <a:pt x="104" y="1"/>
                    <a:pt x="94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9">
              <a:extLst>
                <a:ext uri="{FF2B5EF4-FFF2-40B4-BE49-F238E27FC236}">
                  <a16:creationId xmlns:a16="http://schemas.microsoft.com/office/drawing/2014/main" id="{1453F9A2-66DD-8CB6-8FCD-CE4EB0E0120D}"/>
                </a:ext>
              </a:extLst>
            </p:cNvPr>
            <p:cNvSpPr/>
            <p:nvPr/>
          </p:nvSpPr>
          <p:spPr>
            <a:xfrm>
              <a:off x="3142489" y="2993499"/>
              <a:ext cx="77912" cy="20969"/>
            </a:xfrm>
            <a:custGeom>
              <a:avLst/>
              <a:gdLst/>
              <a:ahLst/>
              <a:cxnLst/>
              <a:rect l="l" t="t" r="r" b="b"/>
              <a:pathLst>
                <a:path w="784" h="211" extrusionOk="0">
                  <a:moveTo>
                    <a:pt x="83" y="0"/>
                  </a:moveTo>
                  <a:cubicBezTo>
                    <a:pt x="42" y="0"/>
                    <a:pt x="1" y="35"/>
                    <a:pt x="1" y="82"/>
                  </a:cubicBezTo>
                  <a:cubicBezTo>
                    <a:pt x="1" y="128"/>
                    <a:pt x="36" y="163"/>
                    <a:pt x="83" y="163"/>
                  </a:cubicBezTo>
                  <a:cubicBezTo>
                    <a:pt x="281" y="169"/>
                    <a:pt x="485" y="187"/>
                    <a:pt x="690" y="210"/>
                  </a:cubicBezTo>
                  <a:lnTo>
                    <a:pt x="695" y="210"/>
                  </a:lnTo>
                  <a:cubicBezTo>
                    <a:pt x="736" y="210"/>
                    <a:pt x="771" y="175"/>
                    <a:pt x="777" y="134"/>
                  </a:cubicBezTo>
                  <a:cubicBezTo>
                    <a:pt x="783" y="88"/>
                    <a:pt x="754" y="47"/>
                    <a:pt x="707" y="47"/>
                  </a:cubicBezTo>
                  <a:cubicBezTo>
                    <a:pt x="503" y="18"/>
                    <a:pt x="293" y="6"/>
                    <a:pt x="8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9">
              <a:extLst>
                <a:ext uri="{FF2B5EF4-FFF2-40B4-BE49-F238E27FC236}">
                  <a16:creationId xmlns:a16="http://schemas.microsoft.com/office/drawing/2014/main" id="{368C7719-7302-C1EB-9496-AAD5DA6D7B12}"/>
                </a:ext>
              </a:extLst>
            </p:cNvPr>
            <p:cNvSpPr/>
            <p:nvPr/>
          </p:nvSpPr>
          <p:spPr>
            <a:xfrm>
              <a:off x="3487631" y="3101326"/>
              <a:ext cx="67974" cy="52273"/>
            </a:xfrm>
            <a:custGeom>
              <a:avLst/>
              <a:gdLst/>
              <a:ahLst/>
              <a:cxnLst/>
              <a:rect l="l" t="t" r="r" b="b"/>
              <a:pathLst>
                <a:path w="684" h="526" extrusionOk="0">
                  <a:moveTo>
                    <a:pt x="95" y="0"/>
                  </a:moveTo>
                  <a:cubicBezTo>
                    <a:pt x="66" y="0"/>
                    <a:pt x="39" y="13"/>
                    <a:pt x="24" y="36"/>
                  </a:cubicBezTo>
                  <a:cubicBezTo>
                    <a:pt x="1" y="76"/>
                    <a:pt x="12" y="129"/>
                    <a:pt x="47" y="152"/>
                  </a:cubicBezTo>
                  <a:cubicBezTo>
                    <a:pt x="217" y="263"/>
                    <a:pt x="386" y="380"/>
                    <a:pt x="543" y="508"/>
                  </a:cubicBezTo>
                  <a:cubicBezTo>
                    <a:pt x="555" y="520"/>
                    <a:pt x="573" y="526"/>
                    <a:pt x="590" y="526"/>
                  </a:cubicBezTo>
                  <a:cubicBezTo>
                    <a:pt x="613" y="526"/>
                    <a:pt x="643" y="514"/>
                    <a:pt x="654" y="497"/>
                  </a:cubicBezTo>
                  <a:cubicBezTo>
                    <a:pt x="683" y="462"/>
                    <a:pt x="678" y="409"/>
                    <a:pt x="643" y="380"/>
                  </a:cubicBezTo>
                  <a:cubicBezTo>
                    <a:pt x="479" y="252"/>
                    <a:pt x="310" y="129"/>
                    <a:pt x="141" y="12"/>
                  </a:cubicBezTo>
                  <a:cubicBezTo>
                    <a:pt x="126" y="4"/>
                    <a:pt x="110" y="0"/>
                    <a:pt x="95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9">
              <a:extLst>
                <a:ext uri="{FF2B5EF4-FFF2-40B4-BE49-F238E27FC236}">
                  <a16:creationId xmlns:a16="http://schemas.microsoft.com/office/drawing/2014/main" id="{1ED90EED-DA2F-76F3-BE60-5515B342F784}"/>
                </a:ext>
              </a:extLst>
            </p:cNvPr>
            <p:cNvSpPr/>
            <p:nvPr/>
          </p:nvSpPr>
          <p:spPr>
            <a:xfrm>
              <a:off x="3263134" y="3007710"/>
              <a:ext cx="77316" cy="31701"/>
            </a:xfrm>
            <a:custGeom>
              <a:avLst/>
              <a:gdLst/>
              <a:ahLst/>
              <a:cxnLst/>
              <a:rect l="l" t="t" r="r" b="b"/>
              <a:pathLst>
                <a:path w="778" h="319" extrusionOk="0">
                  <a:moveTo>
                    <a:pt x="91" y="0"/>
                  </a:moveTo>
                  <a:cubicBezTo>
                    <a:pt x="52" y="0"/>
                    <a:pt x="18" y="27"/>
                    <a:pt x="13" y="67"/>
                  </a:cubicBezTo>
                  <a:cubicBezTo>
                    <a:pt x="1" y="108"/>
                    <a:pt x="30" y="155"/>
                    <a:pt x="77" y="161"/>
                  </a:cubicBezTo>
                  <a:cubicBezTo>
                    <a:pt x="269" y="207"/>
                    <a:pt x="468" y="254"/>
                    <a:pt x="660" y="318"/>
                  </a:cubicBezTo>
                  <a:lnTo>
                    <a:pt x="690" y="318"/>
                  </a:lnTo>
                  <a:cubicBezTo>
                    <a:pt x="725" y="318"/>
                    <a:pt x="754" y="295"/>
                    <a:pt x="765" y="260"/>
                  </a:cubicBezTo>
                  <a:cubicBezTo>
                    <a:pt x="777" y="219"/>
                    <a:pt x="754" y="172"/>
                    <a:pt x="713" y="161"/>
                  </a:cubicBezTo>
                  <a:cubicBezTo>
                    <a:pt x="515" y="96"/>
                    <a:pt x="310" y="44"/>
                    <a:pt x="112" y="3"/>
                  </a:cubicBezTo>
                  <a:cubicBezTo>
                    <a:pt x="105" y="1"/>
                    <a:pt x="98" y="0"/>
                    <a:pt x="9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9">
              <a:extLst>
                <a:ext uri="{FF2B5EF4-FFF2-40B4-BE49-F238E27FC236}">
                  <a16:creationId xmlns:a16="http://schemas.microsoft.com/office/drawing/2014/main" id="{E25E4C8C-AD03-4455-7B16-44B60D103185}"/>
                </a:ext>
              </a:extLst>
            </p:cNvPr>
            <p:cNvSpPr/>
            <p:nvPr/>
          </p:nvSpPr>
          <p:spPr>
            <a:xfrm>
              <a:off x="3663431" y="3270071"/>
              <a:ext cx="51676" cy="67974"/>
            </a:xfrm>
            <a:custGeom>
              <a:avLst/>
              <a:gdLst/>
              <a:ahLst/>
              <a:cxnLst/>
              <a:rect l="l" t="t" r="r" b="b"/>
              <a:pathLst>
                <a:path w="520" h="684" extrusionOk="0">
                  <a:moveTo>
                    <a:pt x="96" y="0"/>
                  </a:moveTo>
                  <a:cubicBezTo>
                    <a:pt x="79" y="0"/>
                    <a:pt x="61" y="6"/>
                    <a:pt x="47" y="19"/>
                  </a:cubicBezTo>
                  <a:cubicBezTo>
                    <a:pt x="6" y="42"/>
                    <a:pt x="0" y="94"/>
                    <a:pt x="23" y="129"/>
                  </a:cubicBezTo>
                  <a:cubicBezTo>
                    <a:pt x="146" y="293"/>
                    <a:pt x="257" y="468"/>
                    <a:pt x="356" y="643"/>
                  </a:cubicBezTo>
                  <a:cubicBezTo>
                    <a:pt x="374" y="666"/>
                    <a:pt x="397" y="684"/>
                    <a:pt x="426" y="684"/>
                  </a:cubicBezTo>
                  <a:cubicBezTo>
                    <a:pt x="444" y="684"/>
                    <a:pt x="455" y="678"/>
                    <a:pt x="467" y="672"/>
                  </a:cubicBezTo>
                  <a:cubicBezTo>
                    <a:pt x="508" y="649"/>
                    <a:pt x="519" y="596"/>
                    <a:pt x="496" y="561"/>
                  </a:cubicBezTo>
                  <a:cubicBezTo>
                    <a:pt x="397" y="380"/>
                    <a:pt x="280" y="205"/>
                    <a:pt x="158" y="36"/>
                  </a:cubicBezTo>
                  <a:cubicBezTo>
                    <a:pt x="144" y="12"/>
                    <a:pt x="120" y="0"/>
                    <a:pt x="96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9">
              <a:extLst>
                <a:ext uri="{FF2B5EF4-FFF2-40B4-BE49-F238E27FC236}">
                  <a16:creationId xmlns:a16="http://schemas.microsoft.com/office/drawing/2014/main" id="{8546E30B-3279-A1FB-496A-350E6668ACB7}"/>
                </a:ext>
              </a:extLst>
            </p:cNvPr>
            <p:cNvSpPr/>
            <p:nvPr/>
          </p:nvSpPr>
          <p:spPr>
            <a:xfrm>
              <a:off x="3583332" y="3177549"/>
              <a:ext cx="60422" cy="60720"/>
            </a:xfrm>
            <a:custGeom>
              <a:avLst/>
              <a:gdLst/>
              <a:ahLst/>
              <a:cxnLst/>
              <a:rect l="l" t="t" r="r" b="b"/>
              <a:pathLst>
                <a:path w="608" h="611" extrusionOk="0">
                  <a:moveTo>
                    <a:pt x="94" y="0"/>
                  </a:moveTo>
                  <a:cubicBezTo>
                    <a:pt x="73" y="0"/>
                    <a:pt x="51" y="9"/>
                    <a:pt x="36" y="27"/>
                  </a:cubicBezTo>
                  <a:cubicBezTo>
                    <a:pt x="1" y="57"/>
                    <a:pt x="1" y="109"/>
                    <a:pt x="36" y="144"/>
                  </a:cubicBezTo>
                  <a:cubicBezTo>
                    <a:pt x="182" y="284"/>
                    <a:pt x="322" y="430"/>
                    <a:pt x="456" y="582"/>
                  </a:cubicBezTo>
                  <a:cubicBezTo>
                    <a:pt x="473" y="605"/>
                    <a:pt x="497" y="611"/>
                    <a:pt x="514" y="611"/>
                  </a:cubicBezTo>
                  <a:cubicBezTo>
                    <a:pt x="538" y="611"/>
                    <a:pt x="555" y="605"/>
                    <a:pt x="573" y="593"/>
                  </a:cubicBezTo>
                  <a:cubicBezTo>
                    <a:pt x="608" y="564"/>
                    <a:pt x="608" y="512"/>
                    <a:pt x="578" y="477"/>
                  </a:cubicBezTo>
                  <a:cubicBezTo>
                    <a:pt x="444" y="319"/>
                    <a:pt x="298" y="167"/>
                    <a:pt x="147" y="22"/>
                  </a:cubicBezTo>
                  <a:cubicBezTo>
                    <a:pt x="133" y="8"/>
                    <a:pt x="113" y="0"/>
                    <a:pt x="9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9">
              <a:extLst>
                <a:ext uri="{FF2B5EF4-FFF2-40B4-BE49-F238E27FC236}">
                  <a16:creationId xmlns:a16="http://schemas.microsoft.com/office/drawing/2014/main" id="{EDDC1757-5538-F98D-EAD0-8310EA8691A6}"/>
                </a:ext>
              </a:extLst>
            </p:cNvPr>
            <p:cNvSpPr/>
            <p:nvPr/>
          </p:nvSpPr>
          <p:spPr>
            <a:xfrm>
              <a:off x="3766586" y="3490792"/>
              <a:ext cx="30310" cy="76421"/>
            </a:xfrm>
            <a:custGeom>
              <a:avLst/>
              <a:gdLst/>
              <a:ahLst/>
              <a:cxnLst/>
              <a:rect l="l" t="t" r="r" b="b"/>
              <a:pathLst>
                <a:path w="305" h="769" extrusionOk="0">
                  <a:moveTo>
                    <a:pt x="92" y="1"/>
                  </a:moveTo>
                  <a:cubicBezTo>
                    <a:pt x="85" y="1"/>
                    <a:pt x="78" y="2"/>
                    <a:pt x="71" y="4"/>
                  </a:cubicBezTo>
                  <a:cubicBezTo>
                    <a:pt x="24" y="15"/>
                    <a:pt x="1" y="56"/>
                    <a:pt x="13" y="103"/>
                  </a:cubicBezTo>
                  <a:cubicBezTo>
                    <a:pt x="59" y="301"/>
                    <a:pt x="100" y="500"/>
                    <a:pt x="135" y="698"/>
                  </a:cubicBezTo>
                  <a:cubicBezTo>
                    <a:pt x="141" y="739"/>
                    <a:pt x="176" y="768"/>
                    <a:pt x="211" y="768"/>
                  </a:cubicBezTo>
                  <a:lnTo>
                    <a:pt x="228" y="768"/>
                  </a:lnTo>
                  <a:cubicBezTo>
                    <a:pt x="269" y="757"/>
                    <a:pt x="304" y="716"/>
                    <a:pt x="293" y="675"/>
                  </a:cubicBezTo>
                  <a:cubicBezTo>
                    <a:pt x="264" y="465"/>
                    <a:pt x="223" y="260"/>
                    <a:pt x="170" y="62"/>
                  </a:cubicBezTo>
                  <a:cubicBezTo>
                    <a:pt x="160" y="23"/>
                    <a:pt x="127" y="1"/>
                    <a:pt x="92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9">
              <a:extLst>
                <a:ext uri="{FF2B5EF4-FFF2-40B4-BE49-F238E27FC236}">
                  <a16:creationId xmlns:a16="http://schemas.microsoft.com/office/drawing/2014/main" id="{23A2530E-B38F-7444-ADCB-D538656E3134}"/>
                </a:ext>
              </a:extLst>
            </p:cNvPr>
            <p:cNvSpPr/>
            <p:nvPr/>
          </p:nvSpPr>
          <p:spPr>
            <a:xfrm>
              <a:off x="3724847" y="3375612"/>
              <a:ext cx="41838" cy="73241"/>
            </a:xfrm>
            <a:custGeom>
              <a:avLst/>
              <a:gdLst/>
              <a:ahLst/>
              <a:cxnLst/>
              <a:rect l="l" t="t" r="r" b="b"/>
              <a:pathLst>
                <a:path w="421" h="737" extrusionOk="0">
                  <a:moveTo>
                    <a:pt x="93" y="0"/>
                  </a:moveTo>
                  <a:cubicBezTo>
                    <a:pt x="81" y="0"/>
                    <a:pt x="70" y="2"/>
                    <a:pt x="59" y="7"/>
                  </a:cubicBezTo>
                  <a:cubicBezTo>
                    <a:pt x="18" y="25"/>
                    <a:pt x="1" y="77"/>
                    <a:pt x="18" y="118"/>
                  </a:cubicBezTo>
                  <a:cubicBezTo>
                    <a:pt x="106" y="299"/>
                    <a:pt x="182" y="491"/>
                    <a:pt x="252" y="678"/>
                  </a:cubicBezTo>
                  <a:cubicBezTo>
                    <a:pt x="263" y="713"/>
                    <a:pt x="292" y="737"/>
                    <a:pt x="327" y="737"/>
                  </a:cubicBezTo>
                  <a:cubicBezTo>
                    <a:pt x="339" y="737"/>
                    <a:pt x="345" y="731"/>
                    <a:pt x="357" y="731"/>
                  </a:cubicBezTo>
                  <a:cubicBezTo>
                    <a:pt x="398" y="713"/>
                    <a:pt x="421" y="667"/>
                    <a:pt x="409" y="626"/>
                  </a:cubicBezTo>
                  <a:cubicBezTo>
                    <a:pt x="339" y="427"/>
                    <a:pt x="257" y="235"/>
                    <a:pt x="170" y="48"/>
                  </a:cubicBezTo>
                  <a:cubicBezTo>
                    <a:pt x="157" y="18"/>
                    <a:pt x="125" y="0"/>
                    <a:pt x="9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9">
              <a:extLst>
                <a:ext uri="{FF2B5EF4-FFF2-40B4-BE49-F238E27FC236}">
                  <a16:creationId xmlns:a16="http://schemas.microsoft.com/office/drawing/2014/main" id="{C9107270-FAA3-3B4B-D02A-1E3341B1EE4B}"/>
                </a:ext>
              </a:extLst>
            </p:cNvPr>
            <p:cNvSpPr/>
            <p:nvPr/>
          </p:nvSpPr>
          <p:spPr>
            <a:xfrm>
              <a:off x="3019557" y="2995089"/>
              <a:ext cx="78409" cy="23354"/>
            </a:xfrm>
            <a:custGeom>
              <a:avLst/>
              <a:gdLst/>
              <a:ahLst/>
              <a:cxnLst/>
              <a:rect l="l" t="t" r="r" b="b"/>
              <a:pathLst>
                <a:path w="789" h="235" extrusionOk="0">
                  <a:moveTo>
                    <a:pt x="705" y="1"/>
                  </a:moveTo>
                  <a:cubicBezTo>
                    <a:pt x="702" y="1"/>
                    <a:pt x="699" y="1"/>
                    <a:pt x="695" y="2"/>
                  </a:cubicBezTo>
                  <a:cubicBezTo>
                    <a:pt x="491" y="13"/>
                    <a:pt x="281" y="37"/>
                    <a:pt x="77" y="72"/>
                  </a:cubicBezTo>
                  <a:cubicBezTo>
                    <a:pt x="36" y="77"/>
                    <a:pt x="1" y="118"/>
                    <a:pt x="12" y="165"/>
                  </a:cubicBezTo>
                  <a:cubicBezTo>
                    <a:pt x="18" y="206"/>
                    <a:pt x="53" y="235"/>
                    <a:pt x="94" y="235"/>
                  </a:cubicBezTo>
                  <a:cubicBezTo>
                    <a:pt x="94" y="235"/>
                    <a:pt x="100" y="229"/>
                    <a:pt x="106" y="229"/>
                  </a:cubicBezTo>
                  <a:cubicBezTo>
                    <a:pt x="304" y="200"/>
                    <a:pt x="508" y="177"/>
                    <a:pt x="707" y="165"/>
                  </a:cubicBezTo>
                  <a:cubicBezTo>
                    <a:pt x="754" y="159"/>
                    <a:pt x="789" y="118"/>
                    <a:pt x="783" y="77"/>
                  </a:cubicBezTo>
                  <a:cubicBezTo>
                    <a:pt x="783" y="34"/>
                    <a:pt x="748" y="1"/>
                    <a:pt x="705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9">
              <a:extLst>
                <a:ext uri="{FF2B5EF4-FFF2-40B4-BE49-F238E27FC236}">
                  <a16:creationId xmlns:a16="http://schemas.microsoft.com/office/drawing/2014/main" id="{85980B21-8E1F-54F5-E0C7-2F63DF81CA06}"/>
                </a:ext>
              </a:extLst>
            </p:cNvPr>
            <p:cNvSpPr/>
            <p:nvPr/>
          </p:nvSpPr>
          <p:spPr>
            <a:xfrm>
              <a:off x="2691310" y="3117624"/>
              <a:ext cx="66185" cy="54558"/>
            </a:xfrm>
            <a:custGeom>
              <a:avLst/>
              <a:gdLst/>
              <a:ahLst/>
              <a:cxnLst/>
              <a:rect l="l" t="t" r="r" b="b"/>
              <a:pathLst>
                <a:path w="666" h="549" extrusionOk="0">
                  <a:moveTo>
                    <a:pt x="575" y="1"/>
                  </a:moveTo>
                  <a:cubicBezTo>
                    <a:pt x="558" y="1"/>
                    <a:pt x="541" y="6"/>
                    <a:pt x="526" y="18"/>
                  </a:cubicBezTo>
                  <a:cubicBezTo>
                    <a:pt x="362" y="134"/>
                    <a:pt x="193" y="268"/>
                    <a:pt x="35" y="403"/>
                  </a:cubicBezTo>
                  <a:cubicBezTo>
                    <a:pt x="6" y="432"/>
                    <a:pt x="0" y="484"/>
                    <a:pt x="29" y="519"/>
                  </a:cubicBezTo>
                  <a:cubicBezTo>
                    <a:pt x="47" y="537"/>
                    <a:pt x="70" y="549"/>
                    <a:pt x="94" y="549"/>
                  </a:cubicBezTo>
                  <a:cubicBezTo>
                    <a:pt x="111" y="549"/>
                    <a:pt x="129" y="543"/>
                    <a:pt x="146" y="525"/>
                  </a:cubicBezTo>
                  <a:cubicBezTo>
                    <a:pt x="298" y="397"/>
                    <a:pt x="461" y="268"/>
                    <a:pt x="625" y="152"/>
                  </a:cubicBezTo>
                  <a:cubicBezTo>
                    <a:pt x="660" y="123"/>
                    <a:pt x="666" y="70"/>
                    <a:pt x="642" y="35"/>
                  </a:cubicBezTo>
                  <a:cubicBezTo>
                    <a:pt x="624" y="14"/>
                    <a:pt x="600" y="1"/>
                    <a:pt x="575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9">
              <a:extLst>
                <a:ext uri="{FF2B5EF4-FFF2-40B4-BE49-F238E27FC236}">
                  <a16:creationId xmlns:a16="http://schemas.microsoft.com/office/drawing/2014/main" id="{B44D071C-559E-089B-99A8-BEA1CD4E3995}"/>
                </a:ext>
              </a:extLst>
            </p:cNvPr>
            <p:cNvSpPr/>
            <p:nvPr/>
          </p:nvSpPr>
          <p:spPr>
            <a:xfrm>
              <a:off x="2493547" y="3402246"/>
              <a:ext cx="38956" cy="73837"/>
            </a:xfrm>
            <a:custGeom>
              <a:avLst/>
              <a:gdLst/>
              <a:ahLst/>
              <a:cxnLst/>
              <a:rect l="l" t="t" r="r" b="b"/>
              <a:pathLst>
                <a:path w="392" h="743" extrusionOk="0">
                  <a:moveTo>
                    <a:pt x="297" y="1"/>
                  </a:moveTo>
                  <a:cubicBezTo>
                    <a:pt x="264" y="1"/>
                    <a:pt x="235" y="18"/>
                    <a:pt x="222" y="48"/>
                  </a:cubicBezTo>
                  <a:cubicBezTo>
                    <a:pt x="146" y="241"/>
                    <a:pt x="70" y="439"/>
                    <a:pt x="12" y="638"/>
                  </a:cubicBezTo>
                  <a:cubicBezTo>
                    <a:pt x="0" y="679"/>
                    <a:pt x="23" y="725"/>
                    <a:pt x="64" y="737"/>
                  </a:cubicBezTo>
                  <a:cubicBezTo>
                    <a:pt x="76" y="743"/>
                    <a:pt x="82" y="743"/>
                    <a:pt x="88" y="743"/>
                  </a:cubicBezTo>
                  <a:cubicBezTo>
                    <a:pt x="123" y="743"/>
                    <a:pt x="158" y="720"/>
                    <a:pt x="169" y="685"/>
                  </a:cubicBezTo>
                  <a:cubicBezTo>
                    <a:pt x="228" y="492"/>
                    <a:pt x="298" y="299"/>
                    <a:pt x="374" y="113"/>
                  </a:cubicBezTo>
                  <a:cubicBezTo>
                    <a:pt x="391" y="72"/>
                    <a:pt x="374" y="25"/>
                    <a:pt x="333" y="8"/>
                  </a:cubicBezTo>
                  <a:cubicBezTo>
                    <a:pt x="321" y="3"/>
                    <a:pt x="308" y="1"/>
                    <a:pt x="297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9">
              <a:extLst>
                <a:ext uri="{FF2B5EF4-FFF2-40B4-BE49-F238E27FC236}">
                  <a16:creationId xmlns:a16="http://schemas.microsoft.com/office/drawing/2014/main" id="{31E62850-0298-B3D9-EAD0-9B6FBA4FFC2C}"/>
                </a:ext>
              </a:extLst>
            </p:cNvPr>
            <p:cNvSpPr/>
            <p:nvPr/>
          </p:nvSpPr>
          <p:spPr>
            <a:xfrm>
              <a:off x="2606639" y="3197922"/>
              <a:ext cx="58633" cy="62409"/>
            </a:xfrm>
            <a:custGeom>
              <a:avLst/>
              <a:gdLst/>
              <a:ahLst/>
              <a:cxnLst/>
              <a:rect l="l" t="t" r="r" b="b"/>
              <a:pathLst>
                <a:path w="590" h="628" extrusionOk="0">
                  <a:moveTo>
                    <a:pt x="498" y="0"/>
                  </a:moveTo>
                  <a:cubicBezTo>
                    <a:pt x="477" y="0"/>
                    <a:pt x="455" y="9"/>
                    <a:pt x="438" y="27"/>
                  </a:cubicBezTo>
                  <a:cubicBezTo>
                    <a:pt x="298" y="178"/>
                    <a:pt x="158" y="336"/>
                    <a:pt x="29" y="499"/>
                  </a:cubicBezTo>
                  <a:cubicBezTo>
                    <a:pt x="0" y="534"/>
                    <a:pt x="6" y="587"/>
                    <a:pt x="41" y="610"/>
                  </a:cubicBezTo>
                  <a:cubicBezTo>
                    <a:pt x="59" y="622"/>
                    <a:pt x="76" y="628"/>
                    <a:pt x="94" y="628"/>
                  </a:cubicBezTo>
                  <a:cubicBezTo>
                    <a:pt x="117" y="628"/>
                    <a:pt x="140" y="622"/>
                    <a:pt x="158" y="599"/>
                  </a:cubicBezTo>
                  <a:cubicBezTo>
                    <a:pt x="286" y="441"/>
                    <a:pt x="420" y="283"/>
                    <a:pt x="560" y="138"/>
                  </a:cubicBezTo>
                  <a:cubicBezTo>
                    <a:pt x="590" y="108"/>
                    <a:pt x="590" y="56"/>
                    <a:pt x="555" y="27"/>
                  </a:cubicBezTo>
                  <a:cubicBezTo>
                    <a:pt x="540" y="9"/>
                    <a:pt x="520" y="0"/>
                    <a:pt x="498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9">
              <a:extLst>
                <a:ext uri="{FF2B5EF4-FFF2-40B4-BE49-F238E27FC236}">
                  <a16:creationId xmlns:a16="http://schemas.microsoft.com/office/drawing/2014/main" id="{C4D6E5EB-AF3B-732F-7555-AF971B6C423A}"/>
                </a:ext>
              </a:extLst>
            </p:cNvPr>
            <p:cNvSpPr/>
            <p:nvPr/>
          </p:nvSpPr>
          <p:spPr>
            <a:xfrm>
              <a:off x="2901297" y="3014071"/>
              <a:ext cx="76620" cy="34583"/>
            </a:xfrm>
            <a:custGeom>
              <a:avLst/>
              <a:gdLst/>
              <a:ahLst/>
              <a:cxnLst/>
              <a:rect l="l" t="t" r="r" b="b"/>
              <a:pathLst>
                <a:path w="771" h="348" extrusionOk="0">
                  <a:moveTo>
                    <a:pt x="678" y="1"/>
                  </a:moveTo>
                  <a:cubicBezTo>
                    <a:pt x="672" y="1"/>
                    <a:pt x="666" y="1"/>
                    <a:pt x="660" y="3"/>
                  </a:cubicBezTo>
                  <a:cubicBezTo>
                    <a:pt x="461" y="56"/>
                    <a:pt x="257" y="120"/>
                    <a:pt x="64" y="190"/>
                  </a:cubicBezTo>
                  <a:cubicBezTo>
                    <a:pt x="18" y="202"/>
                    <a:pt x="0" y="254"/>
                    <a:pt x="12" y="295"/>
                  </a:cubicBezTo>
                  <a:cubicBezTo>
                    <a:pt x="23" y="330"/>
                    <a:pt x="58" y="347"/>
                    <a:pt x="93" y="347"/>
                  </a:cubicBezTo>
                  <a:cubicBezTo>
                    <a:pt x="99" y="347"/>
                    <a:pt x="111" y="347"/>
                    <a:pt x="117" y="342"/>
                  </a:cubicBezTo>
                  <a:cubicBezTo>
                    <a:pt x="309" y="277"/>
                    <a:pt x="502" y="213"/>
                    <a:pt x="700" y="167"/>
                  </a:cubicBezTo>
                  <a:cubicBezTo>
                    <a:pt x="741" y="155"/>
                    <a:pt x="770" y="108"/>
                    <a:pt x="759" y="62"/>
                  </a:cubicBezTo>
                  <a:cubicBezTo>
                    <a:pt x="749" y="27"/>
                    <a:pt x="714" y="1"/>
                    <a:pt x="678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9">
              <a:extLst>
                <a:ext uri="{FF2B5EF4-FFF2-40B4-BE49-F238E27FC236}">
                  <a16:creationId xmlns:a16="http://schemas.microsoft.com/office/drawing/2014/main" id="{672FB9F9-4474-513B-3935-AC26522F94E8}"/>
                </a:ext>
              </a:extLst>
            </p:cNvPr>
            <p:cNvSpPr/>
            <p:nvPr/>
          </p:nvSpPr>
          <p:spPr>
            <a:xfrm>
              <a:off x="2539857" y="3293823"/>
              <a:ext cx="49987" cy="69167"/>
            </a:xfrm>
            <a:custGeom>
              <a:avLst/>
              <a:gdLst/>
              <a:ahLst/>
              <a:cxnLst/>
              <a:rect l="l" t="t" r="r" b="b"/>
              <a:pathLst>
                <a:path w="503" h="696" extrusionOk="0">
                  <a:moveTo>
                    <a:pt x="409" y="1"/>
                  </a:moveTo>
                  <a:cubicBezTo>
                    <a:pt x="382" y="1"/>
                    <a:pt x="355" y="14"/>
                    <a:pt x="339" y="36"/>
                  </a:cubicBezTo>
                  <a:cubicBezTo>
                    <a:pt x="223" y="211"/>
                    <a:pt x="118" y="392"/>
                    <a:pt x="24" y="573"/>
                  </a:cubicBezTo>
                  <a:cubicBezTo>
                    <a:pt x="1" y="614"/>
                    <a:pt x="18" y="667"/>
                    <a:pt x="54" y="684"/>
                  </a:cubicBezTo>
                  <a:cubicBezTo>
                    <a:pt x="71" y="696"/>
                    <a:pt x="83" y="696"/>
                    <a:pt x="94" y="696"/>
                  </a:cubicBezTo>
                  <a:cubicBezTo>
                    <a:pt x="124" y="696"/>
                    <a:pt x="153" y="678"/>
                    <a:pt x="164" y="655"/>
                  </a:cubicBezTo>
                  <a:cubicBezTo>
                    <a:pt x="264" y="474"/>
                    <a:pt x="363" y="299"/>
                    <a:pt x="474" y="130"/>
                  </a:cubicBezTo>
                  <a:cubicBezTo>
                    <a:pt x="503" y="89"/>
                    <a:pt x="491" y="36"/>
                    <a:pt x="450" y="13"/>
                  </a:cubicBezTo>
                  <a:cubicBezTo>
                    <a:pt x="438" y="5"/>
                    <a:pt x="423" y="1"/>
                    <a:pt x="409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9">
              <a:extLst>
                <a:ext uri="{FF2B5EF4-FFF2-40B4-BE49-F238E27FC236}">
                  <a16:creationId xmlns:a16="http://schemas.microsoft.com/office/drawing/2014/main" id="{45049414-3839-973C-5886-2DA674D55086}"/>
                </a:ext>
              </a:extLst>
            </p:cNvPr>
            <p:cNvSpPr/>
            <p:nvPr/>
          </p:nvSpPr>
          <p:spPr>
            <a:xfrm>
              <a:off x="2790490" y="3055611"/>
              <a:ext cx="72546" cy="45217"/>
            </a:xfrm>
            <a:custGeom>
              <a:avLst/>
              <a:gdLst/>
              <a:ahLst/>
              <a:cxnLst/>
              <a:rect l="l" t="t" r="r" b="b"/>
              <a:pathLst>
                <a:path w="730" h="455" extrusionOk="0">
                  <a:moveTo>
                    <a:pt x="641" y="1"/>
                  </a:moveTo>
                  <a:cubicBezTo>
                    <a:pt x="628" y="1"/>
                    <a:pt x="614" y="4"/>
                    <a:pt x="601" y="11"/>
                  </a:cubicBezTo>
                  <a:cubicBezTo>
                    <a:pt x="415" y="99"/>
                    <a:pt x="228" y="198"/>
                    <a:pt x="53" y="303"/>
                  </a:cubicBezTo>
                  <a:cubicBezTo>
                    <a:pt x="12" y="326"/>
                    <a:pt x="0" y="373"/>
                    <a:pt x="24" y="414"/>
                  </a:cubicBezTo>
                  <a:cubicBezTo>
                    <a:pt x="35" y="437"/>
                    <a:pt x="64" y="455"/>
                    <a:pt x="94" y="455"/>
                  </a:cubicBezTo>
                  <a:cubicBezTo>
                    <a:pt x="105" y="455"/>
                    <a:pt x="123" y="449"/>
                    <a:pt x="135" y="443"/>
                  </a:cubicBezTo>
                  <a:cubicBezTo>
                    <a:pt x="310" y="338"/>
                    <a:pt x="491" y="245"/>
                    <a:pt x="671" y="157"/>
                  </a:cubicBezTo>
                  <a:cubicBezTo>
                    <a:pt x="712" y="140"/>
                    <a:pt x="730" y="87"/>
                    <a:pt x="712" y="46"/>
                  </a:cubicBezTo>
                  <a:cubicBezTo>
                    <a:pt x="700" y="18"/>
                    <a:pt x="671" y="1"/>
                    <a:pt x="641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6" name="Google Shape;1426;p39">
            <a:extLst>
              <a:ext uri="{FF2B5EF4-FFF2-40B4-BE49-F238E27FC236}">
                <a16:creationId xmlns:a16="http://schemas.microsoft.com/office/drawing/2014/main" id="{F43D8281-3EDD-CEEB-3344-C18F043CCFC4}"/>
              </a:ext>
            </a:extLst>
          </p:cNvPr>
          <p:cNvGrpSpPr/>
          <p:nvPr/>
        </p:nvGrpSpPr>
        <p:grpSpPr>
          <a:xfrm>
            <a:off x="3248933" y="2820071"/>
            <a:ext cx="1297586" cy="605119"/>
            <a:chOff x="3939505" y="3728309"/>
            <a:chExt cx="1297586" cy="605119"/>
          </a:xfrm>
        </p:grpSpPr>
        <p:sp>
          <p:nvSpPr>
            <p:cNvPr id="1427" name="Google Shape;1427;p39">
              <a:extLst>
                <a:ext uri="{FF2B5EF4-FFF2-40B4-BE49-F238E27FC236}">
                  <a16:creationId xmlns:a16="http://schemas.microsoft.com/office/drawing/2014/main" id="{8B1984B2-B281-1161-EAD6-5DE560CBEE13}"/>
                </a:ext>
              </a:extLst>
            </p:cNvPr>
            <p:cNvSpPr/>
            <p:nvPr/>
          </p:nvSpPr>
          <p:spPr>
            <a:xfrm>
              <a:off x="4487578" y="4312956"/>
              <a:ext cx="77813" cy="20472"/>
            </a:xfrm>
            <a:custGeom>
              <a:avLst/>
              <a:gdLst/>
              <a:ahLst/>
              <a:cxnLst/>
              <a:rect l="l" t="t" r="r" b="b"/>
              <a:pathLst>
                <a:path w="783" h="206" extrusionOk="0">
                  <a:moveTo>
                    <a:pt x="85" y="0"/>
                  </a:moveTo>
                  <a:cubicBezTo>
                    <a:pt x="47" y="0"/>
                    <a:pt x="12" y="33"/>
                    <a:pt x="6" y="71"/>
                  </a:cubicBezTo>
                  <a:cubicBezTo>
                    <a:pt x="0" y="118"/>
                    <a:pt x="35" y="158"/>
                    <a:pt x="76" y="164"/>
                  </a:cubicBezTo>
                  <a:cubicBezTo>
                    <a:pt x="281" y="188"/>
                    <a:pt x="491" y="199"/>
                    <a:pt x="701" y="205"/>
                  </a:cubicBezTo>
                  <a:cubicBezTo>
                    <a:pt x="748" y="205"/>
                    <a:pt x="783" y="170"/>
                    <a:pt x="783" y="123"/>
                  </a:cubicBezTo>
                  <a:cubicBezTo>
                    <a:pt x="783" y="77"/>
                    <a:pt x="748" y="42"/>
                    <a:pt x="701" y="42"/>
                  </a:cubicBezTo>
                  <a:cubicBezTo>
                    <a:pt x="502" y="36"/>
                    <a:pt x="298" y="24"/>
                    <a:pt x="94" y="1"/>
                  </a:cubicBezTo>
                  <a:cubicBezTo>
                    <a:pt x="91" y="0"/>
                    <a:pt x="88" y="0"/>
                    <a:pt x="85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9">
              <a:extLst>
                <a:ext uri="{FF2B5EF4-FFF2-40B4-BE49-F238E27FC236}">
                  <a16:creationId xmlns:a16="http://schemas.microsoft.com/office/drawing/2014/main" id="{19CB9802-35B7-36D2-100D-5927F20D9A52}"/>
                </a:ext>
              </a:extLst>
            </p:cNvPr>
            <p:cNvSpPr/>
            <p:nvPr/>
          </p:nvSpPr>
          <p:spPr>
            <a:xfrm>
              <a:off x="4609913" y="4308087"/>
              <a:ext cx="77912" cy="23552"/>
            </a:xfrm>
            <a:custGeom>
              <a:avLst/>
              <a:gdLst/>
              <a:ahLst/>
              <a:cxnLst/>
              <a:rect l="l" t="t" r="r" b="b"/>
              <a:pathLst>
                <a:path w="784" h="237" extrusionOk="0">
                  <a:moveTo>
                    <a:pt x="702" y="1"/>
                  </a:moveTo>
                  <a:cubicBezTo>
                    <a:pt x="696" y="1"/>
                    <a:pt x="690" y="2"/>
                    <a:pt x="684" y="3"/>
                  </a:cubicBezTo>
                  <a:cubicBezTo>
                    <a:pt x="485" y="32"/>
                    <a:pt x="281" y="62"/>
                    <a:pt x="83" y="73"/>
                  </a:cubicBezTo>
                  <a:cubicBezTo>
                    <a:pt x="36" y="79"/>
                    <a:pt x="1" y="114"/>
                    <a:pt x="7" y="161"/>
                  </a:cubicBezTo>
                  <a:cubicBezTo>
                    <a:pt x="7" y="202"/>
                    <a:pt x="42" y="237"/>
                    <a:pt x="83" y="237"/>
                  </a:cubicBezTo>
                  <a:lnTo>
                    <a:pt x="88" y="237"/>
                  </a:lnTo>
                  <a:cubicBezTo>
                    <a:pt x="299" y="225"/>
                    <a:pt x="509" y="196"/>
                    <a:pt x="713" y="167"/>
                  </a:cubicBezTo>
                  <a:cubicBezTo>
                    <a:pt x="754" y="155"/>
                    <a:pt x="783" y="114"/>
                    <a:pt x="777" y="73"/>
                  </a:cubicBezTo>
                  <a:cubicBezTo>
                    <a:pt x="772" y="33"/>
                    <a:pt x="741" y="1"/>
                    <a:pt x="702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9">
              <a:extLst>
                <a:ext uri="{FF2B5EF4-FFF2-40B4-BE49-F238E27FC236}">
                  <a16:creationId xmlns:a16="http://schemas.microsoft.com/office/drawing/2014/main" id="{6053457F-FDD6-1891-7BA2-48279B7A74CA}"/>
                </a:ext>
              </a:extLst>
            </p:cNvPr>
            <p:cNvSpPr/>
            <p:nvPr/>
          </p:nvSpPr>
          <p:spPr>
            <a:xfrm>
              <a:off x="4151778" y="4174720"/>
              <a:ext cx="67974" cy="51974"/>
            </a:xfrm>
            <a:custGeom>
              <a:avLst/>
              <a:gdLst/>
              <a:ahLst/>
              <a:cxnLst/>
              <a:rect l="l" t="t" r="r" b="b"/>
              <a:pathLst>
                <a:path w="684" h="523" extrusionOk="0">
                  <a:moveTo>
                    <a:pt x="93" y="0"/>
                  </a:moveTo>
                  <a:cubicBezTo>
                    <a:pt x="68" y="0"/>
                    <a:pt x="43" y="11"/>
                    <a:pt x="29" y="32"/>
                  </a:cubicBezTo>
                  <a:cubicBezTo>
                    <a:pt x="0" y="67"/>
                    <a:pt x="6" y="119"/>
                    <a:pt x="41" y="143"/>
                  </a:cubicBezTo>
                  <a:cubicBezTo>
                    <a:pt x="204" y="271"/>
                    <a:pt x="374" y="394"/>
                    <a:pt x="549" y="511"/>
                  </a:cubicBezTo>
                  <a:cubicBezTo>
                    <a:pt x="561" y="516"/>
                    <a:pt x="578" y="522"/>
                    <a:pt x="590" y="522"/>
                  </a:cubicBezTo>
                  <a:cubicBezTo>
                    <a:pt x="619" y="522"/>
                    <a:pt x="642" y="511"/>
                    <a:pt x="660" y="487"/>
                  </a:cubicBezTo>
                  <a:cubicBezTo>
                    <a:pt x="683" y="446"/>
                    <a:pt x="671" y="400"/>
                    <a:pt x="636" y="370"/>
                  </a:cubicBezTo>
                  <a:cubicBezTo>
                    <a:pt x="467" y="260"/>
                    <a:pt x="298" y="143"/>
                    <a:pt x="140" y="14"/>
                  </a:cubicBezTo>
                  <a:cubicBezTo>
                    <a:pt x="126" y="5"/>
                    <a:pt x="109" y="0"/>
                    <a:pt x="93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9">
              <a:extLst>
                <a:ext uri="{FF2B5EF4-FFF2-40B4-BE49-F238E27FC236}">
                  <a16:creationId xmlns:a16="http://schemas.microsoft.com/office/drawing/2014/main" id="{CFBFCAB9-1770-AF66-D44B-C6F6E57C249F}"/>
                </a:ext>
              </a:extLst>
            </p:cNvPr>
            <p:cNvSpPr/>
            <p:nvPr/>
          </p:nvSpPr>
          <p:spPr>
            <a:xfrm>
              <a:off x="4253840" y="4241403"/>
              <a:ext cx="74334" cy="42136"/>
            </a:xfrm>
            <a:custGeom>
              <a:avLst/>
              <a:gdLst/>
              <a:ahLst/>
              <a:cxnLst/>
              <a:rect l="l" t="t" r="r" b="b"/>
              <a:pathLst>
                <a:path w="748" h="424" extrusionOk="0">
                  <a:moveTo>
                    <a:pt x="97" y="1"/>
                  </a:moveTo>
                  <a:cubicBezTo>
                    <a:pt x="68" y="1"/>
                    <a:pt x="40" y="15"/>
                    <a:pt x="24" y="44"/>
                  </a:cubicBezTo>
                  <a:cubicBezTo>
                    <a:pt x="0" y="85"/>
                    <a:pt x="18" y="131"/>
                    <a:pt x="59" y="155"/>
                  </a:cubicBezTo>
                  <a:cubicBezTo>
                    <a:pt x="240" y="254"/>
                    <a:pt x="432" y="341"/>
                    <a:pt x="625" y="417"/>
                  </a:cubicBezTo>
                  <a:cubicBezTo>
                    <a:pt x="631" y="423"/>
                    <a:pt x="642" y="423"/>
                    <a:pt x="654" y="423"/>
                  </a:cubicBezTo>
                  <a:cubicBezTo>
                    <a:pt x="683" y="423"/>
                    <a:pt x="718" y="406"/>
                    <a:pt x="730" y="376"/>
                  </a:cubicBezTo>
                  <a:cubicBezTo>
                    <a:pt x="747" y="330"/>
                    <a:pt x="724" y="283"/>
                    <a:pt x="683" y="266"/>
                  </a:cubicBezTo>
                  <a:cubicBezTo>
                    <a:pt x="497" y="190"/>
                    <a:pt x="316" y="102"/>
                    <a:pt x="135" y="9"/>
                  </a:cubicBezTo>
                  <a:cubicBezTo>
                    <a:pt x="122" y="4"/>
                    <a:pt x="110" y="1"/>
                    <a:pt x="97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9">
              <a:extLst>
                <a:ext uri="{FF2B5EF4-FFF2-40B4-BE49-F238E27FC236}">
                  <a16:creationId xmlns:a16="http://schemas.microsoft.com/office/drawing/2014/main" id="{E610483E-AF19-29F8-A356-24967B709B97}"/>
                </a:ext>
              </a:extLst>
            </p:cNvPr>
            <p:cNvSpPr/>
            <p:nvPr/>
          </p:nvSpPr>
          <p:spPr>
            <a:xfrm>
              <a:off x="3939505" y="3880557"/>
              <a:ext cx="41838" cy="72943"/>
            </a:xfrm>
            <a:custGeom>
              <a:avLst/>
              <a:gdLst/>
              <a:ahLst/>
              <a:cxnLst/>
              <a:rect l="l" t="t" r="r" b="b"/>
              <a:pathLst>
                <a:path w="421" h="734" extrusionOk="0">
                  <a:moveTo>
                    <a:pt x="89" y="0"/>
                  </a:moveTo>
                  <a:cubicBezTo>
                    <a:pt x="81" y="0"/>
                    <a:pt x="72" y="1"/>
                    <a:pt x="64" y="4"/>
                  </a:cubicBezTo>
                  <a:cubicBezTo>
                    <a:pt x="23" y="21"/>
                    <a:pt x="0" y="68"/>
                    <a:pt x="12" y="109"/>
                  </a:cubicBezTo>
                  <a:cubicBezTo>
                    <a:pt x="82" y="307"/>
                    <a:pt x="164" y="500"/>
                    <a:pt x="251" y="687"/>
                  </a:cubicBezTo>
                  <a:cubicBezTo>
                    <a:pt x="269" y="716"/>
                    <a:pt x="298" y="733"/>
                    <a:pt x="327" y="733"/>
                  </a:cubicBezTo>
                  <a:cubicBezTo>
                    <a:pt x="339" y="733"/>
                    <a:pt x="350" y="733"/>
                    <a:pt x="362" y="727"/>
                  </a:cubicBezTo>
                  <a:cubicBezTo>
                    <a:pt x="403" y="704"/>
                    <a:pt x="420" y="657"/>
                    <a:pt x="403" y="617"/>
                  </a:cubicBezTo>
                  <a:cubicBezTo>
                    <a:pt x="315" y="436"/>
                    <a:pt x="239" y="243"/>
                    <a:pt x="169" y="56"/>
                  </a:cubicBezTo>
                  <a:cubicBezTo>
                    <a:pt x="155" y="19"/>
                    <a:pt x="123" y="0"/>
                    <a:pt x="89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9">
              <a:extLst>
                <a:ext uri="{FF2B5EF4-FFF2-40B4-BE49-F238E27FC236}">
                  <a16:creationId xmlns:a16="http://schemas.microsoft.com/office/drawing/2014/main" id="{E6610A9C-37D0-2F8F-8C4C-EB20FB6BE804}"/>
                </a:ext>
              </a:extLst>
            </p:cNvPr>
            <p:cNvSpPr/>
            <p:nvPr/>
          </p:nvSpPr>
          <p:spPr>
            <a:xfrm>
              <a:off x="3991083" y="3991067"/>
              <a:ext cx="52273" cy="67378"/>
            </a:xfrm>
            <a:custGeom>
              <a:avLst/>
              <a:gdLst/>
              <a:ahLst/>
              <a:cxnLst/>
              <a:rect l="l" t="t" r="r" b="b"/>
              <a:pathLst>
                <a:path w="526" h="678" extrusionOk="0">
                  <a:moveTo>
                    <a:pt x="98" y="0"/>
                  </a:moveTo>
                  <a:cubicBezTo>
                    <a:pt x="82" y="0"/>
                    <a:pt x="67" y="4"/>
                    <a:pt x="53" y="12"/>
                  </a:cubicBezTo>
                  <a:cubicBezTo>
                    <a:pt x="18" y="36"/>
                    <a:pt x="1" y="88"/>
                    <a:pt x="24" y="123"/>
                  </a:cubicBezTo>
                  <a:cubicBezTo>
                    <a:pt x="129" y="304"/>
                    <a:pt x="246" y="479"/>
                    <a:pt x="368" y="648"/>
                  </a:cubicBezTo>
                  <a:cubicBezTo>
                    <a:pt x="386" y="672"/>
                    <a:pt x="409" y="678"/>
                    <a:pt x="432" y="678"/>
                  </a:cubicBezTo>
                  <a:cubicBezTo>
                    <a:pt x="450" y="678"/>
                    <a:pt x="467" y="678"/>
                    <a:pt x="479" y="666"/>
                  </a:cubicBezTo>
                  <a:cubicBezTo>
                    <a:pt x="520" y="637"/>
                    <a:pt x="526" y="584"/>
                    <a:pt x="502" y="549"/>
                  </a:cubicBezTo>
                  <a:cubicBezTo>
                    <a:pt x="380" y="386"/>
                    <a:pt x="269" y="217"/>
                    <a:pt x="170" y="41"/>
                  </a:cubicBezTo>
                  <a:cubicBezTo>
                    <a:pt x="154" y="15"/>
                    <a:pt x="127" y="0"/>
                    <a:pt x="98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9">
              <a:extLst>
                <a:ext uri="{FF2B5EF4-FFF2-40B4-BE49-F238E27FC236}">
                  <a16:creationId xmlns:a16="http://schemas.microsoft.com/office/drawing/2014/main" id="{8320B8CC-729F-7B60-8CFF-F847D5578778}"/>
                </a:ext>
              </a:extLst>
            </p:cNvPr>
            <p:cNvSpPr/>
            <p:nvPr/>
          </p:nvSpPr>
          <p:spPr>
            <a:xfrm>
              <a:off x="4063033" y="4090148"/>
              <a:ext cx="61018" cy="60521"/>
            </a:xfrm>
            <a:custGeom>
              <a:avLst/>
              <a:gdLst/>
              <a:ahLst/>
              <a:cxnLst/>
              <a:rect l="l" t="t" r="r" b="b"/>
              <a:pathLst>
                <a:path w="614" h="609" extrusionOk="0">
                  <a:moveTo>
                    <a:pt x="91" y="0"/>
                  </a:moveTo>
                  <a:cubicBezTo>
                    <a:pt x="74" y="0"/>
                    <a:pt x="56" y="7"/>
                    <a:pt x="41" y="19"/>
                  </a:cubicBezTo>
                  <a:cubicBezTo>
                    <a:pt x="6" y="48"/>
                    <a:pt x="0" y="101"/>
                    <a:pt x="29" y="136"/>
                  </a:cubicBezTo>
                  <a:cubicBezTo>
                    <a:pt x="170" y="293"/>
                    <a:pt x="310" y="445"/>
                    <a:pt x="461" y="585"/>
                  </a:cubicBezTo>
                  <a:cubicBezTo>
                    <a:pt x="479" y="603"/>
                    <a:pt x="496" y="609"/>
                    <a:pt x="520" y="609"/>
                  </a:cubicBezTo>
                  <a:cubicBezTo>
                    <a:pt x="543" y="609"/>
                    <a:pt x="561" y="603"/>
                    <a:pt x="578" y="585"/>
                  </a:cubicBezTo>
                  <a:cubicBezTo>
                    <a:pt x="613" y="550"/>
                    <a:pt x="607" y="498"/>
                    <a:pt x="578" y="469"/>
                  </a:cubicBezTo>
                  <a:cubicBezTo>
                    <a:pt x="426" y="328"/>
                    <a:pt x="286" y="183"/>
                    <a:pt x="158" y="31"/>
                  </a:cubicBezTo>
                  <a:cubicBezTo>
                    <a:pt x="138" y="11"/>
                    <a:pt x="114" y="0"/>
                    <a:pt x="9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9">
              <a:extLst>
                <a:ext uri="{FF2B5EF4-FFF2-40B4-BE49-F238E27FC236}">
                  <a16:creationId xmlns:a16="http://schemas.microsoft.com/office/drawing/2014/main" id="{CE47784E-A226-C684-FB64-4D3D543A41C2}"/>
                </a:ext>
              </a:extLst>
            </p:cNvPr>
            <p:cNvSpPr/>
            <p:nvPr/>
          </p:nvSpPr>
          <p:spPr>
            <a:xfrm>
              <a:off x="4367529" y="4288012"/>
              <a:ext cx="77216" cy="31503"/>
            </a:xfrm>
            <a:custGeom>
              <a:avLst/>
              <a:gdLst/>
              <a:ahLst/>
              <a:cxnLst/>
              <a:rect l="l" t="t" r="r" b="b"/>
              <a:pathLst>
                <a:path w="777" h="317" extrusionOk="0">
                  <a:moveTo>
                    <a:pt x="83" y="1"/>
                  </a:moveTo>
                  <a:cubicBezTo>
                    <a:pt x="51" y="1"/>
                    <a:pt x="21" y="23"/>
                    <a:pt x="12" y="59"/>
                  </a:cubicBezTo>
                  <a:cubicBezTo>
                    <a:pt x="0" y="100"/>
                    <a:pt x="24" y="147"/>
                    <a:pt x="65" y="164"/>
                  </a:cubicBezTo>
                  <a:cubicBezTo>
                    <a:pt x="263" y="223"/>
                    <a:pt x="467" y="275"/>
                    <a:pt x="672" y="316"/>
                  </a:cubicBezTo>
                  <a:lnTo>
                    <a:pt x="689" y="316"/>
                  </a:lnTo>
                  <a:cubicBezTo>
                    <a:pt x="724" y="316"/>
                    <a:pt x="759" y="293"/>
                    <a:pt x="765" y="252"/>
                  </a:cubicBezTo>
                  <a:cubicBezTo>
                    <a:pt x="777" y="205"/>
                    <a:pt x="747" y="164"/>
                    <a:pt x="701" y="153"/>
                  </a:cubicBezTo>
                  <a:cubicBezTo>
                    <a:pt x="508" y="112"/>
                    <a:pt x="310" y="65"/>
                    <a:pt x="111" y="7"/>
                  </a:cubicBezTo>
                  <a:cubicBezTo>
                    <a:pt x="102" y="3"/>
                    <a:pt x="93" y="1"/>
                    <a:pt x="83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9">
              <a:extLst>
                <a:ext uri="{FF2B5EF4-FFF2-40B4-BE49-F238E27FC236}">
                  <a16:creationId xmlns:a16="http://schemas.microsoft.com/office/drawing/2014/main" id="{42701F9E-86B1-19A4-AD13-E27E51DCC122}"/>
                </a:ext>
              </a:extLst>
            </p:cNvPr>
            <p:cNvSpPr/>
            <p:nvPr/>
          </p:nvSpPr>
          <p:spPr>
            <a:xfrm>
              <a:off x="5174284" y="3848060"/>
              <a:ext cx="38956" cy="74136"/>
            </a:xfrm>
            <a:custGeom>
              <a:avLst/>
              <a:gdLst/>
              <a:ahLst/>
              <a:cxnLst/>
              <a:rect l="l" t="t" r="r" b="b"/>
              <a:pathLst>
                <a:path w="392" h="746" extrusionOk="0">
                  <a:moveTo>
                    <a:pt x="298" y="1"/>
                  </a:moveTo>
                  <a:cubicBezTo>
                    <a:pt x="262" y="1"/>
                    <a:pt x="231" y="24"/>
                    <a:pt x="217" y="62"/>
                  </a:cubicBezTo>
                  <a:cubicBezTo>
                    <a:pt x="158" y="255"/>
                    <a:pt x="94" y="447"/>
                    <a:pt x="18" y="634"/>
                  </a:cubicBezTo>
                  <a:cubicBezTo>
                    <a:pt x="1" y="675"/>
                    <a:pt x="18" y="722"/>
                    <a:pt x="59" y="739"/>
                  </a:cubicBezTo>
                  <a:cubicBezTo>
                    <a:pt x="71" y="745"/>
                    <a:pt x="82" y="745"/>
                    <a:pt x="94" y="745"/>
                  </a:cubicBezTo>
                  <a:cubicBezTo>
                    <a:pt x="123" y="745"/>
                    <a:pt x="152" y="728"/>
                    <a:pt x="170" y="698"/>
                  </a:cubicBezTo>
                  <a:cubicBezTo>
                    <a:pt x="246" y="506"/>
                    <a:pt x="316" y="307"/>
                    <a:pt x="374" y="109"/>
                  </a:cubicBezTo>
                  <a:cubicBezTo>
                    <a:pt x="392" y="62"/>
                    <a:pt x="363" y="21"/>
                    <a:pt x="322" y="4"/>
                  </a:cubicBezTo>
                  <a:cubicBezTo>
                    <a:pt x="314" y="2"/>
                    <a:pt x="306" y="1"/>
                    <a:pt x="298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9">
              <a:extLst>
                <a:ext uri="{FF2B5EF4-FFF2-40B4-BE49-F238E27FC236}">
                  <a16:creationId xmlns:a16="http://schemas.microsoft.com/office/drawing/2014/main" id="{B89CA8EE-C21C-CB75-DB3D-9F8D87382582}"/>
                </a:ext>
              </a:extLst>
            </p:cNvPr>
            <p:cNvSpPr/>
            <p:nvPr/>
          </p:nvSpPr>
          <p:spPr>
            <a:xfrm>
              <a:off x="5116843" y="3961651"/>
              <a:ext cx="49987" cy="68968"/>
            </a:xfrm>
            <a:custGeom>
              <a:avLst/>
              <a:gdLst/>
              <a:ahLst/>
              <a:cxnLst/>
              <a:rect l="l" t="t" r="r" b="b"/>
              <a:pathLst>
                <a:path w="503" h="694" extrusionOk="0">
                  <a:moveTo>
                    <a:pt x="411" y="0"/>
                  </a:moveTo>
                  <a:cubicBezTo>
                    <a:pt x="381" y="0"/>
                    <a:pt x="352" y="17"/>
                    <a:pt x="339" y="46"/>
                  </a:cubicBezTo>
                  <a:cubicBezTo>
                    <a:pt x="310" y="98"/>
                    <a:pt x="275" y="157"/>
                    <a:pt x="246" y="215"/>
                  </a:cubicBezTo>
                  <a:lnTo>
                    <a:pt x="170" y="332"/>
                  </a:lnTo>
                  <a:cubicBezTo>
                    <a:pt x="123" y="413"/>
                    <a:pt x="77" y="489"/>
                    <a:pt x="30" y="565"/>
                  </a:cubicBezTo>
                  <a:cubicBezTo>
                    <a:pt x="1" y="606"/>
                    <a:pt x="13" y="658"/>
                    <a:pt x="53" y="682"/>
                  </a:cubicBezTo>
                  <a:cubicBezTo>
                    <a:pt x="65" y="688"/>
                    <a:pt x="83" y="694"/>
                    <a:pt x="94" y="694"/>
                  </a:cubicBezTo>
                  <a:cubicBezTo>
                    <a:pt x="123" y="694"/>
                    <a:pt x="147" y="682"/>
                    <a:pt x="164" y="658"/>
                  </a:cubicBezTo>
                  <a:cubicBezTo>
                    <a:pt x="217" y="577"/>
                    <a:pt x="264" y="495"/>
                    <a:pt x="310" y="419"/>
                  </a:cubicBezTo>
                  <a:lnTo>
                    <a:pt x="386" y="297"/>
                  </a:lnTo>
                  <a:cubicBezTo>
                    <a:pt x="421" y="238"/>
                    <a:pt x="450" y="180"/>
                    <a:pt x="485" y="122"/>
                  </a:cubicBezTo>
                  <a:cubicBezTo>
                    <a:pt x="503" y="81"/>
                    <a:pt x="491" y="28"/>
                    <a:pt x="450" y="11"/>
                  </a:cubicBezTo>
                  <a:cubicBezTo>
                    <a:pt x="438" y="4"/>
                    <a:pt x="424" y="0"/>
                    <a:pt x="41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9">
              <a:extLst>
                <a:ext uri="{FF2B5EF4-FFF2-40B4-BE49-F238E27FC236}">
                  <a16:creationId xmlns:a16="http://schemas.microsoft.com/office/drawing/2014/main" id="{DB6E1745-D10C-886A-BA1C-82415F4FC993}"/>
                </a:ext>
              </a:extLst>
            </p:cNvPr>
            <p:cNvSpPr/>
            <p:nvPr/>
          </p:nvSpPr>
          <p:spPr>
            <a:xfrm>
              <a:off x="5209663" y="3728309"/>
              <a:ext cx="27428" cy="76719"/>
            </a:xfrm>
            <a:custGeom>
              <a:avLst/>
              <a:gdLst/>
              <a:ahLst/>
              <a:cxnLst/>
              <a:rect l="l" t="t" r="r" b="b"/>
              <a:pathLst>
                <a:path w="276" h="772" extrusionOk="0">
                  <a:moveTo>
                    <a:pt x="184" y="0"/>
                  </a:moveTo>
                  <a:cubicBezTo>
                    <a:pt x="147" y="0"/>
                    <a:pt x="111" y="33"/>
                    <a:pt x="106" y="77"/>
                  </a:cubicBezTo>
                  <a:cubicBezTo>
                    <a:pt x="82" y="275"/>
                    <a:pt x="53" y="479"/>
                    <a:pt x="12" y="678"/>
                  </a:cubicBezTo>
                  <a:cubicBezTo>
                    <a:pt x="1" y="719"/>
                    <a:pt x="30" y="765"/>
                    <a:pt x="77" y="771"/>
                  </a:cubicBezTo>
                  <a:lnTo>
                    <a:pt x="94" y="771"/>
                  </a:lnTo>
                  <a:cubicBezTo>
                    <a:pt x="129" y="771"/>
                    <a:pt x="164" y="748"/>
                    <a:pt x="176" y="707"/>
                  </a:cubicBezTo>
                  <a:cubicBezTo>
                    <a:pt x="211" y="503"/>
                    <a:pt x="246" y="298"/>
                    <a:pt x="269" y="94"/>
                  </a:cubicBezTo>
                  <a:cubicBezTo>
                    <a:pt x="275" y="47"/>
                    <a:pt x="240" y="7"/>
                    <a:pt x="193" y="1"/>
                  </a:cubicBezTo>
                  <a:cubicBezTo>
                    <a:pt x="190" y="0"/>
                    <a:pt x="187" y="0"/>
                    <a:pt x="184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9">
              <a:extLst>
                <a:ext uri="{FF2B5EF4-FFF2-40B4-BE49-F238E27FC236}">
                  <a16:creationId xmlns:a16="http://schemas.microsoft.com/office/drawing/2014/main" id="{DE813915-B233-7C94-3A56-22749A97F692}"/>
                </a:ext>
              </a:extLst>
            </p:cNvPr>
            <p:cNvSpPr/>
            <p:nvPr/>
          </p:nvSpPr>
          <p:spPr>
            <a:xfrm>
              <a:off x="4730062" y="4276981"/>
              <a:ext cx="76620" cy="34981"/>
            </a:xfrm>
            <a:custGeom>
              <a:avLst/>
              <a:gdLst/>
              <a:ahLst/>
              <a:cxnLst/>
              <a:rect l="l" t="t" r="r" b="b"/>
              <a:pathLst>
                <a:path w="771" h="352" extrusionOk="0">
                  <a:moveTo>
                    <a:pt x="680" y="1"/>
                  </a:moveTo>
                  <a:cubicBezTo>
                    <a:pt x="669" y="1"/>
                    <a:pt x="659" y="3"/>
                    <a:pt x="648" y="7"/>
                  </a:cubicBezTo>
                  <a:cubicBezTo>
                    <a:pt x="461" y="77"/>
                    <a:pt x="269" y="135"/>
                    <a:pt x="70" y="188"/>
                  </a:cubicBezTo>
                  <a:cubicBezTo>
                    <a:pt x="29" y="199"/>
                    <a:pt x="0" y="246"/>
                    <a:pt x="12" y="287"/>
                  </a:cubicBezTo>
                  <a:cubicBezTo>
                    <a:pt x="23" y="328"/>
                    <a:pt x="53" y="351"/>
                    <a:pt x="93" y="351"/>
                  </a:cubicBezTo>
                  <a:cubicBezTo>
                    <a:pt x="99" y="351"/>
                    <a:pt x="105" y="351"/>
                    <a:pt x="111" y="345"/>
                  </a:cubicBezTo>
                  <a:cubicBezTo>
                    <a:pt x="315" y="293"/>
                    <a:pt x="514" y="234"/>
                    <a:pt x="706" y="159"/>
                  </a:cubicBezTo>
                  <a:cubicBezTo>
                    <a:pt x="747" y="147"/>
                    <a:pt x="770" y="100"/>
                    <a:pt x="759" y="54"/>
                  </a:cubicBezTo>
                  <a:cubicBezTo>
                    <a:pt x="745" y="22"/>
                    <a:pt x="714" y="1"/>
                    <a:pt x="680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9">
              <a:extLst>
                <a:ext uri="{FF2B5EF4-FFF2-40B4-BE49-F238E27FC236}">
                  <a16:creationId xmlns:a16="http://schemas.microsoft.com/office/drawing/2014/main" id="{954B3DB7-61C8-253F-4992-DC25E4529F71}"/>
                </a:ext>
              </a:extLst>
            </p:cNvPr>
            <p:cNvSpPr/>
            <p:nvPr/>
          </p:nvSpPr>
          <p:spPr>
            <a:xfrm>
              <a:off x="5042111" y="4064011"/>
              <a:ext cx="58036" cy="62906"/>
            </a:xfrm>
            <a:custGeom>
              <a:avLst/>
              <a:gdLst/>
              <a:ahLst/>
              <a:cxnLst/>
              <a:rect l="l" t="t" r="r" b="b"/>
              <a:pathLst>
                <a:path w="584" h="633" extrusionOk="0">
                  <a:moveTo>
                    <a:pt x="491" y="1"/>
                  </a:moveTo>
                  <a:cubicBezTo>
                    <a:pt x="467" y="1"/>
                    <a:pt x="443" y="11"/>
                    <a:pt x="426" y="31"/>
                  </a:cubicBezTo>
                  <a:cubicBezTo>
                    <a:pt x="304" y="189"/>
                    <a:pt x="169" y="346"/>
                    <a:pt x="29" y="492"/>
                  </a:cubicBezTo>
                  <a:cubicBezTo>
                    <a:pt x="0" y="527"/>
                    <a:pt x="0" y="580"/>
                    <a:pt x="35" y="609"/>
                  </a:cubicBezTo>
                  <a:cubicBezTo>
                    <a:pt x="47" y="627"/>
                    <a:pt x="70" y="632"/>
                    <a:pt x="88" y="632"/>
                  </a:cubicBezTo>
                  <a:cubicBezTo>
                    <a:pt x="111" y="632"/>
                    <a:pt x="134" y="621"/>
                    <a:pt x="146" y="603"/>
                  </a:cubicBezTo>
                  <a:cubicBezTo>
                    <a:pt x="292" y="457"/>
                    <a:pt x="426" y="294"/>
                    <a:pt x="554" y="136"/>
                  </a:cubicBezTo>
                  <a:cubicBezTo>
                    <a:pt x="584" y="95"/>
                    <a:pt x="578" y="49"/>
                    <a:pt x="543" y="20"/>
                  </a:cubicBezTo>
                  <a:cubicBezTo>
                    <a:pt x="528" y="7"/>
                    <a:pt x="509" y="1"/>
                    <a:pt x="491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9">
              <a:extLst>
                <a:ext uri="{FF2B5EF4-FFF2-40B4-BE49-F238E27FC236}">
                  <a16:creationId xmlns:a16="http://schemas.microsoft.com/office/drawing/2014/main" id="{9AD6EAE3-4C48-7D85-19B2-D6876F41AE27}"/>
                </a:ext>
              </a:extLst>
            </p:cNvPr>
            <p:cNvSpPr/>
            <p:nvPr/>
          </p:nvSpPr>
          <p:spPr>
            <a:xfrm>
              <a:off x="4844248" y="4224807"/>
              <a:ext cx="73241" cy="44819"/>
            </a:xfrm>
            <a:custGeom>
              <a:avLst/>
              <a:gdLst/>
              <a:ahLst/>
              <a:cxnLst/>
              <a:rect l="l" t="t" r="r" b="b"/>
              <a:pathLst>
                <a:path w="737" h="451" extrusionOk="0">
                  <a:moveTo>
                    <a:pt x="642" y="0"/>
                  </a:moveTo>
                  <a:cubicBezTo>
                    <a:pt x="627" y="0"/>
                    <a:pt x="611" y="4"/>
                    <a:pt x="596" y="12"/>
                  </a:cubicBezTo>
                  <a:cubicBezTo>
                    <a:pt x="427" y="112"/>
                    <a:pt x="246" y="211"/>
                    <a:pt x="59" y="298"/>
                  </a:cubicBezTo>
                  <a:cubicBezTo>
                    <a:pt x="18" y="316"/>
                    <a:pt x="1" y="363"/>
                    <a:pt x="24" y="403"/>
                  </a:cubicBezTo>
                  <a:cubicBezTo>
                    <a:pt x="36" y="438"/>
                    <a:pt x="65" y="450"/>
                    <a:pt x="100" y="450"/>
                  </a:cubicBezTo>
                  <a:cubicBezTo>
                    <a:pt x="112" y="450"/>
                    <a:pt x="123" y="450"/>
                    <a:pt x="135" y="444"/>
                  </a:cubicBezTo>
                  <a:cubicBezTo>
                    <a:pt x="322" y="357"/>
                    <a:pt x="503" y="258"/>
                    <a:pt x="684" y="152"/>
                  </a:cubicBezTo>
                  <a:cubicBezTo>
                    <a:pt x="719" y="129"/>
                    <a:pt x="736" y="77"/>
                    <a:pt x="713" y="36"/>
                  </a:cubicBezTo>
                  <a:cubicBezTo>
                    <a:pt x="698" y="13"/>
                    <a:pt x="671" y="0"/>
                    <a:pt x="64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9">
              <a:extLst>
                <a:ext uri="{FF2B5EF4-FFF2-40B4-BE49-F238E27FC236}">
                  <a16:creationId xmlns:a16="http://schemas.microsoft.com/office/drawing/2014/main" id="{75EC1D0E-0307-3B9C-1E88-76DF89633B27}"/>
                </a:ext>
              </a:extLst>
            </p:cNvPr>
            <p:cNvSpPr/>
            <p:nvPr/>
          </p:nvSpPr>
          <p:spPr>
            <a:xfrm>
              <a:off x="4949887" y="4152757"/>
              <a:ext cx="66185" cy="54757"/>
            </a:xfrm>
            <a:custGeom>
              <a:avLst/>
              <a:gdLst/>
              <a:ahLst/>
              <a:cxnLst/>
              <a:rect l="l" t="t" r="r" b="b"/>
              <a:pathLst>
                <a:path w="666" h="551" extrusionOk="0">
                  <a:moveTo>
                    <a:pt x="571" y="1"/>
                  </a:moveTo>
                  <a:cubicBezTo>
                    <a:pt x="553" y="1"/>
                    <a:pt x="535" y="7"/>
                    <a:pt x="519" y="19"/>
                  </a:cubicBezTo>
                  <a:cubicBezTo>
                    <a:pt x="368" y="154"/>
                    <a:pt x="210" y="282"/>
                    <a:pt x="47" y="399"/>
                  </a:cubicBezTo>
                  <a:cubicBezTo>
                    <a:pt x="6" y="428"/>
                    <a:pt x="0" y="481"/>
                    <a:pt x="23" y="516"/>
                  </a:cubicBezTo>
                  <a:cubicBezTo>
                    <a:pt x="41" y="539"/>
                    <a:pt x="64" y="551"/>
                    <a:pt x="93" y="551"/>
                  </a:cubicBezTo>
                  <a:cubicBezTo>
                    <a:pt x="111" y="551"/>
                    <a:pt x="128" y="545"/>
                    <a:pt x="140" y="533"/>
                  </a:cubicBezTo>
                  <a:cubicBezTo>
                    <a:pt x="309" y="411"/>
                    <a:pt x="473" y="282"/>
                    <a:pt x="625" y="142"/>
                  </a:cubicBezTo>
                  <a:cubicBezTo>
                    <a:pt x="660" y="113"/>
                    <a:pt x="665" y="60"/>
                    <a:pt x="636" y="31"/>
                  </a:cubicBezTo>
                  <a:cubicBezTo>
                    <a:pt x="620" y="11"/>
                    <a:pt x="596" y="1"/>
                    <a:pt x="571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9">
            <a:extLst>
              <a:ext uri="{FF2B5EF4-FFF2-40B4-BE49-F238E27FC236}">
                <a16:creationId xmlns:a16="http://schemas.microsoft.com/office/drawing/2014/main" id="{1DA98D17-19CC-70F5-EE01-035C1096D8AC}"/>
              </a:ext>
            </a:extLst>
          </p:cNvPr>
          <p:cNvGrpSpPr/>
          <p:nvPr/>
        </p:nvGrpSpPr>
        <p:grpSpPr>
          <a:xfrm>
            <a:off x="329091" y="2077709"/>
            <a:ext cx="4422728" cy="1354425"/>
            <a:chOff x="1019663" y="2985946"/>
            <a:chExt cx="4422728" cy="1354425"/>
          </a:xfrm>
        </p:grpSpPr>
        <p:sp>
          <p:nvSpPr>
            <p:cNvPr id="1460" name="Google Shape;1460;p39">
              <a:extLst>
                <a:ext uri="{FF2B5EF4-FFF2-40B4-BE49-F238E27FC236}">
                  <a16:creationId xmlns:a16="http://schemas.microsoft.com/office/drawing/2014/main" id="{6A64FFD7-A5A7-53F8-EE1B-C7BB00E1C0B9}"/>
                </a:ext>
              </a:extLst>
            </p:cNvPr>
            <p:cNvSpPr/>
            <p:nvPr/>
          </p:nvSpPr>
          <p:spPr>
            <a:xfrm>
              <a:off x="1019663" y="2985946"/>
              <a:ext cx="1550488" cy="828908"/>
            </a:xfrm>
            <a:custGeom>
              <a:avLst/>
              <a:gdLst/>
              <a:ahLst/>
              <a:cxnLst/>
              <a:rect l="l" t="t" r="r" b="b"/>
              <a:pathLst>
                <a:path w="15602" h="8341" extrusionOk="0">
                  <a:moveTo>
                    <a:pt x="6812" y="0"/>
                  </a:moveTo>
                  <a:cubicBezTo>
                    <a:pt x="4991" y="0"/>
                    <a:pt x="3281" y="712"/>
                    <a:pt x="1997" y="1996"/>
                  </a:cubicBezTo>
                  <a:cubicBezTo>
                    <a:pt x="707" y="3286"/>
                    <a:pt x="1" y="4996"/>
                    <a:pt x="1" y="6811"/>
                  </a:cubicBezTo>
                  <a:cubicBezTo>
                    <a:pt x="1" y="6899"/>
                    <a:pt x="71" y="6969"/>
                    <a:pt x="153" y="6969"/>
                  </a:cubicBezTo>
                  <a:cubicBezTo>
                    <a:pt x="240" y="6969"/>
                    <a:pt x="310" y="6899"/>
                    <a:pt x="310" y="6811"/>
                  </a:cubicBezTo>
                  <a:cubicBezTo>
                    <a:pt x="310" y="3228"/>
                    <a:pt x="3223" y="309"/>
                    <a:pt x="6806" y="309"/>
                  </a:cubicBezTo>
                  <a:cubicBezTo>
                    <a:pt x="10395" y="309"/>
                    <a:pt x="13308" y="3228"/>
                    <a:pt x="13308" y="6811"/>
                  </a:cubicBezTo>
                  <a:cubicBezTo>
                    <a:pt x="13308" y="6899"/>
                    <a:pt x="13378" y="6969"/>
                    <a:pt x="13465" y="6969"/>
                  </a:cubicBezTo>
                  <a:lnTo>
                    <a:pt x="14061" y="6969"/>
                  </a:lnTo>
                  <a:lnTo>
                    <a:pt x="14061" y="8340"/>
                  </a:lnTo>
                  <a:lnTo>
                    <a:pt x="15601" y="6829"/>
                  </a:lnTo>
                  <a:lnTo>
                    <a:pt x="14061" y="5323"/>
                  </a:lnTo>
                  <a:lnTo>
                    <a:pt x="14061" y="6659"/>
                  </a:lnTo>
                  <a:lnTo>
                    <a:pt x="13617" y="6659"/>
                  </a:lnTo>
                  <a:cubicBezTo>
                    <a:pt x="13576" y="4897"/>
                    <a:pt x="12876" y="3245"/>
                    <a:pt x="11627" y="1996"/>
                  </a:cubicBezTo>
                  <a:cubicBezTo>
                    <a:pt x="10337" y="712"/>
                    <a:pt x="8627" y="0"/>
                    <a:pt x="6812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9">
              <a:extLst>
                <a:ext uri="{FF2B5EF4-FFF2-40B4-BE49-F238E27FC236}">
                  <a16:creationId xmlns:a16="http://schemas.microsoft.com/office/drawing/2014/main" id="{775A1B3F-3269-185E-E47C-F72ED8AAEEBF}"/>
                </a:ext>
              </a:extLst>
            </p:cNvPr>
            <p:cNvSpPr/>
            <p:nvPr/>
          </p:nvSpPr>
          <p:spPr>
            <a:xfrm>
              <a:off x="2473770" y="3495861"/>
              <a:ext cx="1334739" cy="844510"/>
            </a:xfrm>
            <a:custGeom>
              <a:avLst/>
              <a:gdLst/>
              <a:ahLst/>
              <a:cxnLst/>
              <a:rect l="l" t="t" r="r" b="b"/>
              <a:pathLst>
                <a:path w="13431" h="8498" extrusionOk="0">
                  <a:moveTo>
                    <a:pt x="171" y="0"/>
                  </a:moveTo>
                  <a:cubicBezTo>
                    <a:pt x="129" y="0"/>
                    <a:pt x="89" y="16"/>
                    <a:pt x="59" y="46"/>
                  </a:cubicBezTo>
                  <a:cubicBezTo>
                    <a:pt x="1" y="104"/>
                    <a:pt x="1" y="204"/>
                    <a:pt x="59" y="262"/>
                  </a:cubicBezTo>
                  <a:lnTo>
                    <a:pt x="1495" y="1674"/>
                  </a:lnTo>
                  <a:lnTo>
                    <a:pt x="59" y="3081"/>
                  </a:lnTo>
                  <a:cubicBezTo>
                    <a:pt x="18" y="3122"/>
                    <a:pt x="6" y="3174"/>
                    <a:pt x="18" y="3227"/>
                  </a:cubicBezTo>
                  <a:cubicBezTo>
                    <a:pt x="357" y="4703"/>
                    <a:pt x="1197" y="6034"/>
                    <a:pt x="2382" y="6991"/>
                  </a:cubicBezTo>
                  <a:cubicBezTo>
                    <a:pt x="2977" y="7464"/>
                    <a:pt x="3637" y="7838"/>
                    <a:pt x="4349" y="8094"/>
                  </a:cubicBezTo>
                  <a:cubicBezTo>
                    <a:pt x="5067" y="8351"/>
                    <a:pt x="5825" y="8485"/>
                    <a:pt x="6596" y="8491"/>
                  </a:cubicBezTo>
                  <a:cubicBezTo>
                    <a:pt x="6613" y="8497"/>
                    <a:pt x="6631" y="8497"/>
                    <a:pt x="6648" y="8497"/>
                  </a:cubicBezTo>
                  <a:cubicBezTo>
                    <a:pt x="8341" y="8497"/>
                    <a:pt x="9957" y="7873"/>
                    <a:pt x="11212" y="6746"/>
                  </a:cubicBezTo>
                  <a:cubicBezTo>
                    <a:pt x="12455" y="5620"/>
                    <a:pt x="13237" y="4091"/>
                    <a:pt x="13418" y="2427"/>
                  </a:cubicBezTo>
                  <a:cubicBezTo>
                    <a:pt x="13430" y="2346"/>
                    <a:pt x="13366" y="2270"/>
                    <a:pt x="13284" y="2258"/>
                  </a:cubicBezTo>
                  <a:cubicBezTo>
                    <a:pt x="13280" y="2258"/>
                    <a:pt x="13276" y="2258"/>
                    <a:pt x="13272" y="2258"/>
                  </a:cubicBezTo>
                  <a:cubicBezTo>
                    <a:pt x="13190" y="2258"/>
                    <a:pt x="13121" y="2315"/>
                    <a:pt x="13115" y="2398"/>
                  </a:cubicBezTo>
                  <a:cubicBezTo>
                    <a:pt x="13074" y="2754"/>
                    <a:pt x="13004" y="3098"/>
                    <a:pt x="12916" y="3437"/>
                  </a:cubicBezTo>
                  <a:cubicBezTo>
                    <a:pt x="12911" y="3449"/>
                    <a:pt x="12905" y="3454"/>
                    <a:pt x="12905" y="3466"/>
                  </a:cubicBezTo>
                  <a:cubicBezTo>
                    <a:pt x="12111" y="6244"/>
                    <a:pt x="9537" y="8182"/>
                    <a:pt x="6648" y="8182"/>
                  </a:cubicBezTo>
                  <a:cubicBezTo>
                    <a:pt x="3637" y="8182"/>
                    <a:pt x="1051" y="6157"/>
                    <a:pt x="339" y="3244"/>
                  </a:cubicBezTo>
                  <a:lnTo>
                    <a:pt x="1822" y="1785"/>
                  </a:lnTo>
                  <a:cubicBezTo>
                    <a:pt x="1851" y="1756"/>
                    <a:pt x="1868" y="1715"/>
                    <a:pt x="1868" y="1674"/>
                  </a:cubicBezTo>
                  <a:cubicBezTo>
                    <a:pt x="1868" y="1634"/>
                    <a:pt x="1851" y="1593"/>
                    <a:pt x="1822" y="1564"/>
                  </a:cubicBezTo>
                  <a:lnTo>
                    <a:pt x="281" y="46"/>
                  </a:lnTo>
                  <a:cubicBezTo>
                    <a:pt x="249" y="15"/>
                    <a:pt x="210" y="0"/>
                    <a:pt x="171" y="0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9">
              <a:extLst>
                <a:ext uri="{FF2B5EF4-FFF2-40B4-BE49-F238E27FC236}">
                  <a16:creationId xmlns:a16="http://schemas.microsoft.com/office/drawing/2014/main" id="{2F62314D-485E-D022-962C-267A480E99EE}"/>
                </a:ext>
              </a:extLst>
            </p:cNvPr>
            <p:cNvSpPr/>
            <p:nvPr/>
          </p:nvSpPr>
          <p:spPr>
            <a:xfrm>
              <a:off x="3785766" y="3514842"/>
              <a:ext cx="217637" cy="300021"/>
            </a:xfrm>
            <a:custGeom>
              <a:avLst/>
              <a:gdLst/>
              <a:ahLst/>
              <a:cxnLst/>
              <a:rect l="l" t="t" r="r" b="b"/>
              <a:pathLst>
                <a:path w="2190" h="3019" extrusionOk="0">
                  <a:moveTo>
                    <a:pt x="648" y="1"/>
                  </a:moveTo>
                  <a:lnTo>
                    <a:pt x="648" y="1419"/>
                  </a:lnTo>
                  <a:lnTo>
                    <a:pt x="187" y="1419"/>
                  </a:lnTo>
                  <a:cubicBezTo>
                    <a:pt x="181" y="1320"/>
                    <a:pt x="181" y="1221"/>
                    <a:pt x="176" y="1122"/>
                  </a:cubicBezTo>
                  <a:lnTo>
                    <a:pt x="170" y="1052"/>
                  </a:lnTo>
                  <a:cubicBezTo>
                    <a:pt x="164" y="1008"/>
                    <a:pt x="134" y="975"/>
                    <a:pt x="92" y="975"/>
                  </a:cubicBezTo>
                  <a:cubicBezTo>
                    <a:pt x="89" y="975"/>
                    <a:pt x="86" y="975"/>
                    <a:pt x="82" y="976"/>
                  </a:cubicBezTo>
                  <a:cubicBezTo>
                    <a:pt x="35" y="976"/>
                    <a:pt x="0" y="1016"/>
                    <a:pt x="6" y="1063"/>
                  </a:cubicBezTo>
                  <a:lnTo>
                    <a:pt x="12" y="1133"/>
                  </a:lnTo>
                  <a:cubicBezTo>
                    <a:pt x="18" y="1256"/>
                    <a:pt x="24" y="1378"/>
                    <a:pt x="24" y="1501"/>
                  </a:cubicBezTo>
                  <a:lnTo>
                    <a:pt x="24" y="1583"/>
                  </a:lnTo>
                  <a:lnTo>
                    <a:pt x="648" y="1583"/>
                  </a:lnTo>
                  <a:lnTo>
                    <a:pt x="648" y="3018"/>
                  </a:lnTo>
                  <a:lnTo>
                    <a:pt x="2189" y="1507"/>
                  </a:lnTo>
                  <a:lnTo>
                    <a:pt x="648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9">
              <a:extLst>
                <a:ext uri="{FF2B5EF4-FFF2-40B4-BE49-F238E27FC236}">
                  <a16:creationId xmlns:a16="http://schemas.microsoft.com/office/drawing/2014/main" id="{CD99CDFF-86C4-9DDB-6753-9BAB955E8202}"/>
                </a:ext>
              </a:extLst>
            </p:cNvPr>
            <p:cNvSpPr/>
            <p:nvPr/>
          </p:nvSpPr>
          <p:spPr>
            <a:xfrm>
              <a:off x="3909294" y="2987040"/>
              <a:ext cx="1533097" cy="842324"/>
            </a:xfrm>
            <a:custGeom>
              <a:avLst/>
              <a:gdLst/>
              <a:ahLst/>
              <a:cxnLst/>
              <a:rect l="l" t="t" r="r" b="b"/>
              <a:pathLst>
                <a:path w="15427" h="8476" extrusionOk="0">
                  <a:moveTo>
                    <a:pt x="6654" y="1"/>
                  </a:moveTo>
                  <a:cubicBezTo>
                    <a:pt x="5866" y="1"/>
                    <a:pt x="5096" y="135"/>
                    <a:pt x="4360" y="398"/>
                  </a:cubicBezTo>
                  <a:cubicBezTo>
                    <a:pt x="3648" y="649"/>
                    <a:pt x="2989" y="1022"/>
                    <a:pt x="2394" y="1495"/>
                  </a:cubicBezTo>
                  <a:cubicBezTo>
                    <a:pt x="1209" y="2446"/>
                    <a:pt x="368" y="3777"/>
                    <a:pt x="24" y="5248"/>
                  </a:cubicBezTo>
                  <a:cubicBezTo>
                    <a:pt x="12" y="5300"/>
                    <a:pt x="30" y="5353"/>
                    <a:pt x="65" y="5394"/>
                  </a:cubicBezTo>
                  <a:lnTo>
                    <a:pt x="1495" y="6800"/>
                  </a:lnTo>
                  <a:lnTo>
                    <a:pt x="65" y="8213"/>
                  </a:lnTo>
                  <a:cubicBezTo>
                    <a:pt x="1" y="8271"/>
                    <a:pt x="1" y="8370"/>
                    <a:pt x="65" y="8429"/>
                  </a:cubicBezTo>
                  <a:cubicBezTo>
                    <a:pt x="94" y="8458"/>
                    <a:pt x="135" y="8475"/>
                    <a:pt x="170" y="8475"/>
                  </a:cubicBezTo>
                  <a:cubicBezTo>
                    <a:pt x="211" y="8475"/>
                    <a:pt x="252" y="8458"/>
                    <a:pt x="281" y="8429"/>
                  </a:cubicBezTo>
                  <a:lnTo>
                    <a:pt x="1827" y="6911"/>
                  </a:lnTo>
                  <a:cubicBezTo>
                    <a:pt x="1857" y="6882"/>
                    <a:pt x="1874" y="6841"/>
                    <a:pt x="1874" y="6800"/>
                  </a:cubicBezTo>
                  <a:cubicBezTo>
                    <a:pt x="1874" y="6759"/>
                    <a:pt x="1857" y="6719"/>
                    <a:pt x="1827" y="6689"/>
                  </a:cubicBezTo>
                  <a:lnTo>
                    <a:pt x="345" y="5230"/>
                  </a:lnTo>
                  <a:cubicBezTo>
                    <a:pt x="1063" y="2341"/>
                    <a:pt x="3619" y="328"/>
                    <a:pt x="6607" y="310"/>
                  </a:cubicBezTo>
                  <a:cubicBezTo>
                    <a:pt x="6619" y="310"/>
                    <a:pt x="6637" y="316"/>
                    <a:pt x="6654" y="316"/>
                  </a:cubicBezTo>
                  <a:cubicBezTo>
                    <a:pt x="10238" y="316"/>
                    <a:pt x="13156" y="3234"/>
                    <a:pt x="13156" y="6818"/>
                  </a:cubicBezTo>
                  <a:cubicBezTo>
                    <a:pt x="13156" y="6899"/>
                    <a:pt x="13226" y="6969"/>
                    <a:pt x="13308" y="6969"/>
                  </a:cubicBezTo>
                  <a:lnTo>
                    <a:pt x="13885" y="6969"/>
                  </a:lnTo>
                  <a:lnTo>
                    <a:pt x="13885" y="8329"/>
                  </a:lnTo>
                  <a:lnTo>
                    <a:pt x="15426" y="6818"/>
                  </a:lnTo>
                  <a:lnTo>
                    <a:pt x="13885" y="5312"/>
                  </a:lnTo>
                  <a:lnTo>
                    <a:pt x="13885" y="6666"/>
                  </a:lnTo>
                  <a:lnTo>
                    <a:pt x="13465" y="6666"/>
                  </a:lnTo>
                  <a:cubicBezTo>
                    <a:pt x="13436" y="5516"/>
                    <a:pt x="13127" y="4413"/>
                    <a:pt x="12572" y="3438"/>
                  </a:cubicBezTo>
                  <a:cubicBezTo>
                    <a:pt x="12566" y="3433"/>
                    <a:pt x="12566" y="3421"/>
                    <a:pt x="12560" y="3415"/>
                  </a:cubicBezTo>
                  <a:cubicBezTo>
                    <a:pt x="11971" y="2394"/>
                    <a:pt x="11125" y="1542"/>
                    <a:pt x="10115" y="940"/>
                  </a:cubicBezTo>
                  <a:cubicBezTo>
                    <a:pt x="9070" y="328"/>
                    <a:pt x="7874" y="1"/>
                    <a:pt x="6654" y="1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39">
            <a:extLst>
              <a:ext uri="{FF2B5EF4-FFF2-40B4-BE49-F238E27FC236}">
                <a16:creationId xmlns:a16="http://schemas.microsoft.com/office/drawing/2014/main" id="{EAB3668C-DBD6-C5E0-4833-782333AD46F1}"/>
              </a:ext>
            </a:extLst>
          </p:cNvPr>
          <p:cNvGrpSpPr/>
          <p:nvPr/>
        </p:nvGrpSpPr>
        <p:grpSpPr>
          <a:xfrm>
            <a:off x="7279719" y="2328244"/>
            <a:ext cx="355077" cy="361438"/>
            <a:chOff x="7279719" y="3236481"/>
            <a:chExt cx="355077" cy="361438"/>
          </a:xfrm>
        </p:grpSpPr>
        <p:sp>
          <p:nvSpPr>
            <p:cNvPr id="1481" name="Google Shape;1481;p39">
              <a:extLst>
                <a:ext uri="{FF2B5EF4-FFF2-40B4-BE49-F238E27FC236}">
                  <a16:creationId xmlns:a16="http://schemas.microsoft.com/office/drawing/2014/main" id="{4F66E116-8DD4-FC5C-C1FD-D8BB1D5FC940}"/>
                </a:ext>
              </a:extLst>
            </p:cNvPr>
            <p:cNvSpPr/>
            <p:nvPr/>
          </p:nvSpPr>
          <p:spPr>
            <a:xfrm>
              <a:off x="7279719" y="3236481"/>
              <a:ext cx="293561" cy="293561"/>
            </a:xfrm>
            <a:custGeom>
              <a:avLst/>
              <a:gdLst/>
              <a:ahLst/>
              <a:cxnLst/>
              <a:rect l="l" t="t" r="r" b="b"/>
              <a:pathLst>
                <a:path w="2954" h="2954" extrusionOk="0">
                  <a:moveTo>
                    <a:pt x="1477" y="123"/>
                  </a:moveTo>
                  <a:cubicBezTo>
                    <a:pt x="2224" y="123"/>
                    <a:pt x="2831" y="730"/>
                    <a:pt x="2831" y="1477"/>
                  </a:cubicBezTo>
                  <a:cubicBezTo>
                    <a:pt x="2831" y="2224"/>
                    <a:pt x="2224" y="2825"/>
                    <a:pt x="1477" y="2825"/>
                  </a:cubicBezTo>
                  <a:cubicBezTo>
                    <a:pt x="730" y="2825"/>
                    <a:pt x="123" y="2224"/>
                    <a:pt x="123" y="1477"/>
                  </a:cubicBezTo>
                  <a:cubicBezTo>
                    <a:pt x="123" y="730"/>
                    <a:pt x="730" y="123"/>
                    <a:pt x="1477" y="123"/>
                  </a:cubicBezTo>
                  <a:close/>
                  <a:moveTo>
                    <a:pt x="1477" y="0"/>
                  </a:moveTo>
                  <a:cubicBezTo>
                    <a:pt x="660" y="0"/>
                    <a:pt x="1" y="660"/>
                    <a:pt x="1" y="1477"/>
                  </a:cubicBezTo>
                  <a:cubicBezTo>
                    <a:pt x="1" y="2288"/>
                    <a:pt x="660" y="2954"/>
                    <a:pt x="1477" y="2954"/>
                  </a:cubicBezTo>
                  <a:cubicBezTo>
                    <a:pt x="2289" y="2954"/>
                    <a:pt x="2954" y="2288"/>
                    <a:pt x="2954" y="1477"/>
                  </a:cubicBezTo>
                  <a:cubicBezTo>
                    <a:pt x="2954" y="660"/>
                    <a:pt x="2289" y="0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9">
              <a:extLst>
                <a:ext uri="{FF2B5EF4-FFF2-40B4-BE49-F238E27FC236}">
                  <a16:creationId xmlns:a16="http://schemas.microsoft.com/office/drawing/2014/main" id="{D4C171D2-7B5C-F3AA-7156-6471295E84DB}"/>
                </a:ext>
              </a:extLst>
            </p:cNvPr>
            <p:cNvSpPr/>
            <p:nvPr/>
          </p:nvSpPr>
          <p:spPr>
            <a:xfrm>
              <a:off x="7335371" y="3292134"/>
              <a:ext cx="180569" cy="180470"/>
            </a:xfrm>
            <a:custGeom>
              <a:avLst/>
              <a:gdLst/>
              <a:ahLst/>
              <a:cxnLst/>
              <a:rect l="l" t="t" r="r" b="b"/>
              <a:pathLst>
                <a:path w="1817" h="1816" extrusionOk="0">
                  <a:moveTo>
                    <a:pt x="911" y="129"/>
                  </a:moveTo>
                  <a:cubicBezTo>
                    <a:pt x="1343" y="129"/>
                    <a:pt x="1694" y="479"/>
                    <a:pt x="1694" y="911"/>
                  </a:cubicBezTo>
                  <a:cubicBezTo>
                    <a:pt x="1694" y="1337"/>
                    <a:pt x="1343" y="1693"/>
                    <a:pt x="911" y="1693"/>
                  </a:cubicBezTo>
                  <a:cubicBezTo>
                    <a:pt x="480" y="1693"/>
                    <a:pt x="129" y="1337"/>
                    <a:pt x="129" y="911"/>
                  </a:cubicBezTo>
                  <a:cubicBezTo>
                    <a:pt x="129" y="479"/>
                    <a:pt x="480" y="129"/>
                    <a:pt x="911" y="129"/>
                  </a:cubicBezTo>
                  <a:close/>
                  <a:moveTo>
                    <a:pt x="911" y="1"/>
                  </a:moveTo>
                  <a:cubicBezTo>
                    <a:pt x="410" y="1"/>
                    <a:pt x="1" y="409"/>
                    <a:pt x="1" y="911"/>
                  </a:cubicBezTo>
                  <a:cubicBezTo>
                    <a:pt x="1" y="1407"/>
                    <a:pt x="410" y="1816"/>
                    <a:pt x="911" y="1816"/>
                  </a:cubicBezTo>
                  <a:cubicBezTo>
                    <a:pt x="1408" y="1816"/>
                    <a:pt x="1816" y="1407"/>
                    <a:pt x="1816" y="911"/>
                  </a:cubicBezTo>
                  <a:cubicBezTo>
                    <a:pt x="1816" y="409"/>
                    <a:pt x="1408" y="1"/>
                    <a:pt x="91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9">
              <a:extLst>
                <a:ext uri="{FF2B5EF4-FFF2-40B4-BE49-F238E27FC236}">
                  <a16:creationId xmlns:a16="http://schemas.microsoft.com/office/drawing/2014/main" id="{FF2A523E-2125-CA80-2C0E-3273EF923150}"/>
                </a:ext>
              </a:extLst>
            </p:cNvPr>
            <p:cNvSpPr/>
            <p:nvPr/>
          </p:nvSpPr>
          <p:spPr>
            <a:xfrm>
              <a:off x="7389930" y="3346693"/>
              <a:ext cx="71452" cy="71452"/>
            </a:xfrm>
            <a:custGeom>
              <a:avLst/>
              <a:gdLst/>
              <a:ahLst/>
              <a:cxnLst/>
              <a:rect l="l" t="t" r="r" b="b"/>
              <a:pathLst>
                <a:path w="719" h="719" extrusionOk="0">
                  <a:moveTo>
                    <a:pt x="362" y="129"/>
                  </a:moveTo>
                  <a:cubicBezTo>
                    <a:pt x="491" y="129"/>
                    <a:pt x="596" y="234"/>
                    <a:pt x="596" y="362"/>
                  </a:cubicBezTo>
                  <a:cubicBezTo>
                    <a:pt x="596" y="491"/>
                    <a:pt x="491" y="596"/>
                    <a:pt x="362" y="596"/>
                  </a:cubicBezTo>
                  <a:cubicBezTo>
                    <a:pt x="234" y="596"/>
                    <a:pt x="129" y="491"/>
                    <a:pt x="129" y="362"/>
                  </a:cubicBezTo>
                  <a:cubicBezTo>
                    <a:pt x="129" y="234"/>
                    <a:pt x="234" y="129"/>
                    <a:pt x="362" y="129"/>
                  </a:cubicBezTo>
                  <a:close/>
                  <a:moveTo>
                    <a:pt x="362" y="0"/>
                  </a:moveTo>
                  <a:cubicBezTo>
                    <a:pt x="164" y="0"/>
                    <a:pt x="1" y="164"/>
                    <a:pt x="1" y="362"/>
                  </a:cubicBezTo>
                  <a:cubicBezTo>
                    <a:pt x="1" y="555"/>
                    <a:pt x="164" y="718"/>
                    <a:pt x="362" y="718"/>
                  </a:cubicBezTo>
                  <a:cubicBezTo>
                    <a:pt x="561" y="718"/>
                    <a:pt x="718" y="555"/>
                    <a:pt x="718" y="362"/>
                  </a:cubicBezTo>
                  <a:cubicBezTo>
                    <a:pt x="718" y="164"/>
                    <a:pt x="561" y="0"/>
                    <a:pt x="36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9">
              <a:extLst>
                <a:ext uri="{FF2B5EF4-FFF2-40B4-BE49-F238E27FC236}">
                  <a16:creationId xmlns:a16="http://schemas.microsoft.com/office/drawing/2014/main" id="{183CE45A-A187-F1A2-B538-2FAC60E0ACFA}"/>
                </a:ext>
              </a:extLst>
            </p:cNvPr>
            <p:cNvSpPr/>
            <p:nvPr/>
          </p:nvSpPr>
          <p:spPr>
            <a:xfrm>
              <a:off x="7418352" y="3375711"/>
              <a:ext cx="216444" cy="222208"/>
            </a:xfrm>
            <a:custGeom>
              <a:avLst/>
              <a:gdLst/>
              <a:ahLst/>
              <a:cxnLst/>
              <a:rect l="l" t="t" r="r" b="b"/>
              <a:pathLst>
                <a:path w="2178" h="2236" extrusionOk="0">
                  <a:moveTo>
                    <a:pt x="1314" y="1343"/>
                  </a:moveTo>
                  <a:lnTo>
                    <a:pt x="1670" y="1360"/>
                  </a:lnTo>
                  <a:lnTo>
                    <a:pt x="1868" y="1564"/>
                  </a:lnTo>
                  <a:lnTo>
                    <a:pt x="1536" y="1547"/>
                  </a:lnTo>
                  <a:lnTo>
                    <a:pt x="1547" y="1920"/>
                  </a:lnTo>
                  <a:lnTo>
                    <a:pt x="1325" y="1699"/>
                  </a:lnTo>
                  <a:lnTo>
                    <a:pt x="1314" y="1343"/>
                  </a:lnTo>
                  <a:close/>
                  <a:moveTo>
                    <a:pt x="71" y="1"/>
                  </a:moveTo>
                  <a:cubicBezTo>
                    <a:pt x="56" y="1"/>
                    <a:pt x="41" y="7"/>
                    <a:pt x="30" y="18"/>
                  </a:cubicBezTo>
                  <a:cubicBezTo>
                    <a:pt x="6" y="41"/>
                    <a:pt x="1" y="82"/>
                    <a:pt x="24" y="105"/>
                  </a:cubicBezTo>
                  <a:lnTo>
                    <a:pt x="1191" y="1302"/>
                  </a:lnTo>
                  <a:lnTo>
                    <a:pt x="1203" y="1745"/>
                  </a:lnTo>
                  <a:lnTo>
                    <a:pt x="1681" y="2236"/>
                  </a:lnTo>
                  <a:lnTo>
                    <a:pt x="1681" y="2236"/>
                  </a:lnTo>
                  <a:lnTo>
                    <a:pt x="1664" y="1681"/>
                  </a:lnTo>
                  <a:lnTo>
                    <a:pt x="1664" y="1681"/>
                  </a:lnTo>
                  <a:lnTo>
                    <a:pt x="2178" y="1710"/>
                  </a:lnTo>
                  <a:lnTo>
                    <a:pt x="1722" y="1238"/>
                  </a:lnTo>
                  <a:lnTo>
                    <a:pt x="1296" y="1214"/>
                  </a:lnTo>
                  <a:lnTo>
                    <a:pt x="1279" y="1214"/>
                  </a:lnTo>
                  <a:lnTo>
                    <a:pt x="117" y="24"/>
                  </a:lnTo>
                  <a:cubicBezTo>
                    <a:pt x="105" y="8"/>
                    <a:pt x="88" y="1"/>
                    <a:pt x="7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9" name="Google Shape;1509;p39">
            <a:extLst>
              <a:ext uri="{FF2B5EF4-FFF2-40B4-BE49-F238E27FC236}">
                <a16:creationId xmlns:a16="http://schemas.microsoft.com/office/drawing/2014/main" id="{0E58267F-F1EE-4610-3096-34DF87982B4B}"/>
              </a:ext>
            </a:extLst>
          </p:cNvPr>
          <p:cNvSpPr txBox="1"/>
          <p:nvPr/>
        </p:nvSpPr>
        <p:spPr>
          <a:xfrm>
            <a:off x="494253" y="2490813"/>
            <a:ext cx="1015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sz="33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10" name="Google Shape;1510;p39">
            <a:extLst>
              <a:ext uri="{FF2B5EF4-FFF2-40B4-BE49-F238E27FC236}">
                <a16:creationId xmlns:a16="http://schemas.microsoft.com/office/drawing/2014/main" id="{B502279D-C7B3-1001-79D2-CC0929FA3307}"/>
              </a:ext>
            </a:extLst>
          </p:cNvPr>
          <p:cNvSpPr txBox="1"/>
          <p:nvPr/>
        </p:nvSpPr>
        <p:spPr>
          <a:xfrm>
            <a:off x="1938591" y="2490813"/>
            <a:ext cx="1015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sz="33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11" name="Google Shape;1511;p39">
            <a:extLst>
              <a:ext uri="{FF2B5EF4-FFF2-40B4-BE49-F238E27FC236}">
                <a16:creationId xmlns:a16="http://schemas.microsoft.com/office/drawing/2014/main" id="{E3EC40B9-8E36-A3FA-1BDD-14E4AAC65D95}"/>
              </a:ext>
            </a:extLst>
          </p:cNvPr>
          <p:cNvSpPr txBox="1"/>
          <p:nvPr/>
        </p:nvSpPr>
        <p:spPr>
          <a:xfrm>
            <a:off x="3382266" y="2490813"/>
            <a:ext cx="1015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sz="33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13" name="Google Shape;1513;p39">
            <a:extLst>
              <a:ext uri="{FF2B5EF4-FFF2-40B4-BE49-F238E27FC236}">
                <a16:creationId xmlns:a16="http://schemas.microsoft.com/office/drawing/2014/main" id="{3738B8B6-2E7A-72CC-1B9B-76599B4EF723}"/>
              </a:ext>
            </a:extLst>
          </p:cNvPr>
          <p:cNvSpPr txBox="1"/>
          <p:nvPr/>
        </p:nvSpPr>
        <p:spPr>
          <a:xfrm>
            <a:off x="6944500" y="2490813"/>
            <a:ext cx="1015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05</a:t>
            </a:r>
            <a:endParaRPr sz="3300" b="1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14" name="Google Shape;1514;p39">
            <a:extLst>
              <a:ext uri="{FF2B5EF4-FFF2-40B4-BE49-F238E27FC236}">
                <a16:creationId xmlns:a16="http://schemas.microsoft.com/office/drawing/2014/main" id="{DE167A67-4C85-AC08-1FEA-989FBA8DD825}"/>
              </a:ext>
            </a:extLst>
          </p:cNvPr>
          <p:cNvSpPr txBox="1"/>
          <p:nvPr/>
        </p:nvSpPr>
        <p:spPr>
          <a:xfrm>
            <a:off x="1751691" y="3630211"/>
            <a:ext cx="13896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GP models evaluated sequentially</a:t>
            </a:r>
            <a:endParaRPr sz="1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39">
            <a:extLst>
              <a:ext uri="{FF2B5EF4-FFF2-40B4-BE49-F238E27FC236}">
                <a16:creationId xmlns:a16="http://schemas.microsoft.com/office/drawing/2014/main" id="{FB534E44-F6A9-B1EF-7782-45404420CEEB}"/>
              </a:ext>
            </a:extLst>
          </p:cNvPr>
          <p:cNvSpPr txBox="1"/>
          <p:nvPr/>
        </p:nvSpPr>
        <p:spPr>
          <a:xfrm>
            <a:off x="307353" y="3568830"/>
            <a:ext cx="1389600" cy="739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localized GPs and nearest-neighbour communication</a:t>
            </a:r>
            <a:endParaRPr sz="1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7" name="Google Shape;1517;p39">
            <a:extLst>
              <a:ext uri="{FF2B5EF4-FFF2-40B4-BE49-F238E27FC236}">
                <a16:creationId xmlns:a16="http://schemas.microsoft.com/office/drawing/2014/main" id="{2B7C293B-A448-7C31-55CF-D7DF6BD19A3E}"/>
              </a:ext>
            </a:extLst>
          </p:cNvPr>
          <p:cNvSpPr txBox="1"/>
          <p:nvPr/>
        </p:nvSpPr>
        <p:spPr>
          <a:xfrm>
            <a:off x="3191591" y="3663460"/>
            <a:ext cx="13896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supports up to 8 agents under 60-second budget</a:t>
            </a:r>
            <a:endParaRPr sz="1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9" name="Google Shape;1519;p39">
            <a:extLst>
              <a:ext uri="{FF2B5EF4-FFF2-40B4-BE49-F238E27FC236}">
                <a16:creationId xmlns:a16="http://schemas.microsoft.com/office/drawing/2014/main" id="{520D7003-7167-624A-11A5-0EB5A8549954}"/>
              </a:ext>
            </a:extLst>
          </p:cNvPr>
          <p:cNvSpPr txBox="1"/>
          <p:nvPr/>
        </p:nvSpPr>
        <p:spPr>
          <a:xfrm>
            <a:off x="219673" y="1288875"/>
            <a:ext cx="1574741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Avoiding Dimensional Collapse</a:t>
            </a:r>
            <a:endParaRPr sz="1600" b="1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20" name="Google Shape;1520;p39">
            <a:extLst>
              <a:ext uri="{FF2B5EF4-FFF2-40B4-BE49-F238E27FC236}">
                <a16:creationId xmlns:a16="http://schemas.microsoft.com/office/drawing/2014/main" id="{FBAEDD9C-E03E-2254-D945-8068EBF59D87}"/>
              </a:ext>
            </a:extLst>
          </p:cNvPr>
          <p:cNvSpPr txBox="1"/>
          <p:nvPr/>
        </p:nvSpPr>
        <p:spPr>
          <a:xfrm>
            <a:off x="1829954" y="1252475"/>
            <a:ext cx="124156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Sequential Linear Bottleneck</a:t>
            </a:r>
          </a:p>
        </p:txBody>
      </p:sp>
      <p:sp>
        <p:nvSpPr>
          <p:cNvPr id="1521" name="Google Shape;1521;p39">
            <a:extLst>
              <a:ext uri="{FF2B5EF4-FFF2-40B4-BE49-F238E27FC236}">
                <a16:creationId xmlns:a16="http://schemas.microsoft.com/office/drawing/2014/main" id="{E19B0E8A-70D8-4ABF-7381-F2F8706F058A}"/>
              </a:ext>
            </a:extLst>
          </p:cNvPr>
          <p:cNvSpPr txBox="1"/>
          <p:nvPr/>
        </p:nvSpPr>
        <p:spPr>
          <a:xfrm>
            <a:off x="3355681" y="1256595"/>
            <a:ext cx="118734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Operational Break-Points</a:t>
            </a:r>
            <a:endParaRPr sz="1600" b="1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00CB42-F1CB-B727-4779-37466DC0DE6A}"/>
              </a:ext>
            </a:extLst>
          </p:cNvPr>
          <p:cNvSpPr/>
          <p:nvPr/>
        </p:nvSpPr>
        <p:spPr>
          <a:xfrm>
            <a:off x="261533" y="184041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56;p15">
            <a:extLst>
              <a:ext uri="{FF2B5EF4-FFF2-40B4-BE49-F238E27FC236}">
                <a16:creationId xmlns:a16="http://schemas.microsoft.com/office/drawing/2014/main" id="{AFE5D1E1-2560-7108-9249-DBD0555DD961}"/>
              </a:ext>
            </a:extLst>
          </p:cNvPr>
          <p:cNvSpPr txBox="1"/>
          <p:nvPr/>
        </p:nvSpPr>
        <p:spPr>
          <a:xfrm>
            <a:off x="261000" y="291925"/>
            <a:ext cx="714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chemeClr val="accent1">
                    <a:lumMod val="75000"/>
                  </a:schemeClr>
                </a:solidFill>
                <a:latin typeface="Fira Sans Extra Condensed"/>
                <a:sym typeface="Fira Sans Extra Condensed"/>
              </a:rPr>
              <a:t>Scalability analysis</a:t>
            </a:r>
            <a:endParaRPr lang="en" sz="3200" b="1">
              <a:solidFill>
                <a:schemeClr val="accent1">
                  <a:lumMod val="75000"/>
                </a:schemeClr>
              </a:solidFill>
              <a:latin typeface="Fira Sans Extra Condense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F34C7-5B19-BE75-DDCF-3F3E4F3F1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183" y="1748994"/>
            <a:ext cx="4312634" cy="2156317"/>
          </a:xfrm>
          <a:prstGeom prst="rect">
            <a:avLst/>
          </a:prstGeom>
        </p:spPr>
      </p:pic>
      <p:grpSp>
        <p:nvGrpSpPr>
          <p:cNvPr id="8" name="Google Shape;6015;p68">
            <a:extLst>
              <a:ext uri="{FF2B5EF4-FFF2-40B4-BE49-F238E27FC236}">
                <a16:creationId xmlns:a16="http://schemas.microsoft.com/office/drawing/2014/main" id="{705A8C4F-CC03-1545-9443-132FF4E33E73}"/>
              </a:ext>
            </a:extLst>
          </p:cNvPr>
          <p:cNvGrpSpPr/>
          <p:nvPr/>
        </p:nvGrpSpPr>
        <p:grpSpPr>
          <a:xfrm>
            <a:off x="3680846" y="2300359"/>
            <a:ext cx="435272" cy="380907"/>
            <a:chOff x="3271200" y="1435075"/>
            <a:chExt cx="481825" cy="481825"/>
          </a:xfrm>
          <a:solidFill>
            <a:schemeClr val="bg1"/>
          </a:solidFill>
        </p:grpSpPr>
        <p:sp>
          <p:nvSpPr>
            <p:cNvPr id="9" name="Google Shape;6016;p68">
              <a:extLst>
                <a:ext uri="{FF2B5EF4-FFF2-40B4-BE49-F238E27FC236}">
                  <a16:creationId xmlns:a16="http://schemas.microsoft.com/office/drawing/2014/main" id="{C4AB43F9-36F3-56B1-E96F-E2B8E314F862}"/>
                </a:ext>
              </a:extLst>
            </p:cNvPr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6017;p68">
              <a:extLst>
                <a:ext uri="{FF2B5EF4-FFF2-40B4-BE49-F238E27FC236}">
                  <a16:creationId xmlns:a16="http://schemas.microsoft.com/office/drawing/2014/main" id="{571177C3-0E27-7A42-51DE-27225441E283}"/>
                </a:ext>
              </a:extLst>
            </p:cNvPr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" name="Google Shape;5952;p68">
            <a:extLst>
              <a:ext uri="{FF2B5EF4-FFF2-40B4-BE49-F238E27FC236}">
                <a16:creationId xmlns:a16="http://schemas.microsoft.com/office/drawing/2014/main" id="{04E50CC9-D554-44CD-182D-74588AA9490E}"/>
              </a:ext>
            </a:extLst>
          </p:cNvPr>
          <p:cNvGrpSpPr/>
          <p:nvPr/>
        </p:nvGrpSpPr>
        <p:grpSpPr>
          <a:xfrm>
            <a:off x="2286399" y="2337746"/>
            <a:ext cx="340573" cy="339271"/>
            <a:chOff x="2085450" y="842250"/>
            <a:chExt cx="483700" cy="481850"/>
          </a:xfrm>
          <a:solidFill>
            <a:schemeClr val="bg1">
              <a:lumMod val="95000"/>
            </a:schemeClr>
          </a:solidFill>
        </p:grpSpPr>
        <p:sp>
          <p:nvSpPr>
            <p:cNvPr id="12" name="Google Shape;5953;p68">
              <a:extLst>
                <a:ext uri="{FF2B5EF4-FFF2-40B4-BE49-F238E27FC236}">
                  <a16:creationId xmlns:a16="http://schemas.microsoft.com/office/drawing/2014/main" id="{88A36B96-7A6E-5E8E-B063-3C6DC09AF712}"/>
                </a:ext>
              </a:extLst>
            </p:cNvPr>
            <p:cNvSpPr/>
            <p:nvPr/>
          </p:nvSpPr>
          <p:spPr>
            <a:xfrm>
              <a:off x="2085525" y="926925"/>
              <a:ext cx="483625" cy="397175"/>
            </a:xfrm>
            <a:custGeom>
              <a:avLst/>
              <a:gdLst/>
              <a:ahLst/>
              <a:cxnLst/>
              <a:rect l="l" t="t" r="r" b="b"/>
              <a:pathLst>
                <a:path w="19345" h="15887" extrusionOk="0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5954;p68">
              <a:extLst>
                <a:ext uri="{FF2B5EF4-FFF2-40B4-BE49-F238E27FC236}">
                  <a16:creationId xmlns:a16="http://schemas.microsoft.com/office/drawing/2014/main" id="{A468D62C-460A-49F4-BD7D-566EC21DF1E5}"/>
                </a:ext>
              </a:extLst>
            </p:cNvPr>
            <p:cNvSpPr/>
            <p:nvPr/>
          </p:nvSpPr>
          <p:spPr>
            <a:xfrm>
              <a:off x="2085450" y="1151875"/>
              <a:ext cx="143650" cy="87575"/>
            </a:xfrm>
            <a:custGeom>
              <a:avLst/>
              <a:gdLst/>
              <a:ahLst/>
              <a:cxnLst/>
              <a:rect l="l" t="t" r="r" b="b"/>
              <a:pathLst>
                <a:path w="5746" h="3503" extrusionOk="0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" name="Google Shape;5955;p68">
              <a:extLst>
                <a:ext uri="{FF2B5EF4-FFF2-40B4-BE49-F238E27FC236}">
                  <a16:creationId xmlns:a16="http://schemas.microsoft.com/office/drawing/2014/main" id="{11B19427-1FDF-E41B-F0BA-C24E50AD664D}"/>
                </a:ext>
              </a:extLst>
            </p:cNvPr>
            <p:cNvSpPr/>
            <p:nvPr/>
          </p:nvSpPr>
          <p:spPr>
            <a:xfrm>
              <a:off x="2274775" y="842250"/>
              <a:ext cx="294375" cy="197650"/>
            </a:xfrm>
            <a:custGeom>
              <a:avLst/>
              <a:gdLst/>
              <a:ahLst/>
              <a:cxnLst/>
              <a:rect l="l" t="t" r="r" b="b"/>
              <a:pathLst>
                <a:path w="11775" h="7906" extrusionOk="0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" name="Google Shape;6869;p70">
            <a:extLst>
              <a:ext uri="{FF2B5EF4-FFF2-40B4-BE49-F238E27FC236}">
                <a16:creationId xmlns:a16="http://schemas.microsoft.com/office/drawing/2014/main" id="{B1209F4B-1F1A-94DD-2B1E-79C5BDF82A9D}"/>
              </a:ext>
            </a:extLst>
          </p:cNvPr>
          <p:cNvGrpSpPr/>
          <p:nvPr/>
        </p:nvGrpSpPr>
        <p:grpSpPr>
          <a:xfrm>
            <a:off x="818971" y="2307168"/>
            <a:ext cx="366364" cy="367290"/>
            <a:chOff x="-61784125" y="3377700"/>
            <a:chExt cx="316650" cy="317450"/>
          </a:xfrm>
          <a:solidFill>
            <a:schemeClr val="bg1">
              <a:lumMod val="95000"/>
            </a:schemeClr>
          </a:solidFill>
        </p:grpSpPr>
        <p:sp>
          <p:nvSpPr>
            <p:cNvPr id="16" name="Google Shape;6870;p70">
              <a:extLst>
                <a:ext uri="{FF2B5EF4-FFF2-40B4-BE49-F238E27FC236}">
                  <a16:creationId xmlns:a16="http://schemas.microsoft.com/office/drawing/2014/main" id="{AD6E028C-FA90-749C-89D6-8D993959CBE3}"/>
                </a:ext>
              </a:extLst>
            </p:cNvPr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871;p70">
              <a:extLst>
                <a:ext uri="{FF2B5EF4-FFF2-40B4-BE49-F238E27FC236}">
                  <a16:creationId xmlns:a16="http://schemas.microsoft.com/office/drawing/2014/main" id="{144213FA-E9B2-A101-01CA-8C06654C50DF}"/>
                </a:ext>
              </a:extLst>
            </p:cNvPr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872;p70">
              <a:extLst>
                <a:ext uri="{FF2B5EF4-FFF2-40B4-BE49-F238E27FC236}">
                  <a16:creationId xmlns:a16="http://schemas.microsoft.com/office/drawing/2014/main" id="{4B4DD744-5056-34AB-C6E7-C71F75260C63}"/>
                </a:ext>
              </a:extLst>
            </p:cNvPr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873;p70">
              <a:extLst>
                <a:ext uri="{FF2B5EF4-FFF2-40B4-BE49-F238E27FC236}">
                  <a16:creationId xmlns:a16="http://schemas.microsoft.com/office/drawing/2014/main" id="{3DB4A205-7575-E143-F788-4771B4949752}"/>
                </a:ext>
              </a:extLst>
            </p:cNvPr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874;p70">
              <a:extLst>
                <a:ext uri="{FF2B5EF4-FFF2-40B4-BE49-F238E27FC236}">
                  <a16:creationId xmlns:a16="http://schemas.microsoft.com/office/drawing/2014/main" id="{29E44952-B97C-6C81-B99A-65C0FF04AA10}"/>
                </a:ext>
              </a:extLst>
            </p:cNvPr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875;p70">
              <a:extLst>
                <a:ext uri="{FF2B5EF4-FFF2-40B4-BE49-F238E27FC236}">
                  <a16:creationId xmlns:a16="http://schemas.microsoft.com/office/drawing/2014/main" id="{A7F64349-010C-4FA1-82B9-1E79301AB0C1}"/>
                </a:ext>
              </a:extLst>
            </p:cNvPr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876;p70">
              <a:extLst>
                <a:ext uri="{FF2B5EF4-FFF2-40B4-BE49-F238E27FC236}">
                  <a16:creationId xmlns:a16="http://schemas.microsoft.com/office/drawing/2014/main" id="{12E57ED8-333B-4E7E-F5E1-4DF6FDBFE0AC}"/>
                </a:ext>
              </a:extLst>
            </p:cNvPr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4109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>
          <a:extLst>
            <a:ext uri="{FF2B5EF4-FFF2-40B4-BE49-F238E27FC236}">
              <a16:creationId xmlns:a16="http://schemas.microsoft.com/office/drawing/2014/main" id="{4B1AAF69-6088-48E9-FD68-090B710AD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9" name="Google Shape;1729;p44">
            <a:extLst>
              <a:ext uri="{FF2B5EF4-FFF2-40B4-BE49-F238E27FC236}">
                <a16:creationId xmlns:a16="http://schemas.microsoft.com/office/drawing/2014/main" id="{F677CF89-7041-B2EE-6113-A28561CE7EC9}"/>
              </a:ext>
            </a:extLst>
          </p:cNvPr>
          <p:cNvCxnSpPr>
            <a:cxnSpLocks/>
          </p:cNvCxnSpPr>
          <p:nvPr/>
        </p:nvCxnSpPr>
        <p:spPr>
          <a:xfrm flipV="1">
            <a:off x="1295969" y="2784493"/>
            <a:ext cx="0" cy="353569"/>
          </a:xfrm>
          <a:prstGeom prst="straightConnector1">
            <a:avLst/>
          </a:prstGeom>
          <a:noFill/>
          <a:ln w="9525" cap="flat" cmpd="sng">
            <a:solidFill>
              <a:srgbClr val="FFCE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31" name="Google Shape;1731;p44">
            <a:extLst>
              <a:ext uri="{FF2B5EF4-FFF2-40B4-BE49-F238E27FC236}">
                <a16:creationId xmlns:a16="http://schemas.microsoft.com/office/drawing/2014/main" id="{9BF53295-C7DC-B1A6-2151-AD6E658E5F8C}"/>
              </a:ext>
            </a:extLst>
          </p:cNvPr>
          <p:cNvSpPr/>
          <p:nvPr/>
        </p:nvSpPr>
        <p:spPr>
          <a:xfrm>
            <a:off x="533400" y="3098200"/>
            <a:ext cx="8080075" cy="1626100"/>
          </a:xfrm>
          <a:custGeom>
            <a:avLst/>
            <a:gdLst/>
            <a:ahLst/>
            <a:cxnLst/>
            <a:rect l="l" t="t" r="r" b="b"/>
            <a:pathLst>
              <a:path w="323203" h="65044" extrusionOk="0">
                <a:moveTo>
                  <a:pt x="0" y="30046"/>
                </a:moveTo>
                <a:lnTo>
                  <a:pt x="30979" y="0"/>
                </a:lnTo>
                <a:lnTo>
                  <a:pt x="52857" y="21037"/>
                </a:lnTo>
                <a:lnTo>
                  <a:pt x="61861" y="12547"/>
                </a:lnTo>
                <a:lnTo>
                  <a:pt x="87725" y="32357"/>
                </a:lnTo>
                <a:lnTo>
                  <a:pt x="98148" y="26084"/>
                </a:lnTo>
                <a:lnTo>
                  <a:pt x="108184" y="30706"/>
                </a:lnTo>
                <a:lnTo>
                  <a:pt x="131732" y="2641"/>
                </a:lnTo>
                <a:lnTo>
                  <a:pt x="170721" y="31367"/>
                </a:lnTo>
                <a:lnTo>
                  <a:pt x="209710" y="5613"/>
                </a:lnTo>
                <a:lnTo>
                  <a:pt x="230170" y="24433"/>
                </a:lnTo>
                <a:lnTo>
                  <a:pt x="240592" y="14858"/>
                </a:lnTo>
                <a:lnTo>
                  <a:pt x="252173" y="19480"/>
                </a:lnTo>
                <a:lnTo>
                  <a:pt x="259894" y="10896"/>
                </a:lnTo>
                <a:lnTo>
                  <a:pt x="285758" y="31036"/>
                </a:lnTo>
                <a:lnTo>
                  <a:pt x="303515" y="17499"/>
                </a:lnTo>
                <a:lnTo>
                  <a:pt x="323203" y="32357"/>
                </a:lnTo>
                <a:lnTo>
                  <a:pt x="323203" y="65044"/>
                </a:lnTo>
                <a:lnTo>
                  <a:pt x="193" y="6479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32" name="Google Shape;1732;p44">
            <a:extLst>
              <a:ext uri="{FF2B5EF4-FFF2-40B4-BE49-F238E27FC236}">
                <a16:creationId xmlns:a16="http://schemas.microsoft.com/office/drawing/2014/main" id="{13D3B641-3D12-28F9-1B79-8CF7D077A701}"/>
              </a:ext>
            </a:extLst>
          </p:cNvPr>
          <p:cNvSpPr/>
          <p:nvPr/>
        </p:nvSpPr>
        <p:spPr>
          <a:xfrm>
            <a:off x="535806" y="3890645"/>
            <a:ext cx="8084905" cy="827495"/>
          </a:xfrm>
          <a:custGeom>
            <a:avLst/>
            <a:gdLst/>
            <a:ahLst/>
            <a:cxnLst/>
            <a:rect l="l" t="t" r="r" b="b"/>
            <a:pathLst>
              <a:path w="319183" h="38195" extrusionOk="0">
                <a:moveTo>
                  <a:pt x="0" y="6001"/>
                </a:moveTo>
                <a:lnTo>
                  <a:pt x="22297" y="18529"/>
                </a:lnTo>
                <a:lnTo>
                  <a:pt x="34290" y="8001"/>
                </a:lnTo>
                <a:lnTo>
                  <a:pt x="60198" y="27051"/>
                </a:lnTo>
                <a:lnTo>
                  <a:pt x="74676" y="15621"/>
                </a:lnTo>
                <a:lnTo>
                  <a:pt x="87249" y="25908"/>
                </a:lnTo>
                <a:lnTo>
                  <a:pt x="102870" y="7239"/>
                </a:lnTo>
                <a:lnTo>
                  <a:pt x="137541" y="33147"/>
                </a:lnTo>
                <a:lnTo>
                  <a:pt x="145923" y="25908"/>
                </a:lnTo>
                <a:lnTo>
                  <a:pt x="155829" y="34671"/>
                </a:lnTo>
                <a:lnTo>
                  <a:pt x="180213" y="22098"/>
                </a:lnTo>
                <a:lnTo>
                  <a:pt x="199263" y="30861"/>
                </a:lnTo>
                <a:lnTo>
                  <a:pt x="228600" y="0"/>
                </a:lnTo>
                <a:lnTo>
                  <a:pt x="247269" y="17526"/>
                </a:lnTo>
                <a:lnTo>
                  <a:pt x="258699" y="5715"/>
                </a:lnTo>
                <a:lnTo>
                  <a:pt x="298323" y="34671"/>
                </a:lnTo>
                <a:lnTo>
                  <a:pt x="318992" y="17717"/>
                </a:lnTo>
                <a:lnTo>
                  <a:pt x="319183" y="38195"/>
                </a:lnTo>
                <a:lnTo>
                  <a:pt x="191" y="3819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34" name="Google Shape;1734;p44">
            <a:extLst>
              <a:ext uri="{FF2B5EF4-FFF2-40B4-BE49-F238E27FC236}">
                <a16:creationId xmlns:a16="http://schemas.microsoft.com/office/drawing/2014/main" id="{FFFBCC7B-3037-8FD0-EA43-B561B117CE08}"/>
              </a:ext>
            </a:extLst>
          </p:cNvPr>
          <p:cNvSpPr/>
          <p:nvPr/>
        </p:nvSpPr>
        <p:spPr>
          <a:xfrm>
            <a:off x="1122901" y="2895650"/>
            <a:ext cx="352500" cy="352500"/>
          </a:xfrm>
          <a:prstGeom prst="ellipse">
            <a:avLst/>
          </a:prstGeom>
          <a:solidFill>
            <a:srgbClr val="FFCE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44">
            <a:extLst>
              <a:ext uri="{FF2B5EF4-FFF2-40B4-BE49-F238E27FC236}">
                <a16:creationId xmlns:a16="http://schemas.microsoft.com/office/drawing/2014/main" id="{DDED5E43-7A83-65F4-A331-03490B2D4C02}"/>
              </a:ext>
            </a:extLst>
          </p:cNvPr>
          <p:cNvSpPr/>
          <p:nvPr/>
        </p:nvSpPr>
        <p:spPr>
          <a:xfrm>
            <a:off x="2760650" y="3538150"/>
            <a:ext cx="352500" cy="352500"/>
          </a:xfrm>
          <a:prstGeom prst="ellipse">
            <a:avLst/>
          </a:prstGeom>
          <a:solidFill>
            <a:srgbClr val="FFB1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44">
            <a:extLst>
              <a:ext uri="{FF2B5EF4-FFF2-40B4-BE49-F238E27FC236}">
                <a16:creationId xmlns:a16="http://schemas.microsoft.com/office/drawing/2014/main" id="{92E7B94F-D894-13E2-D35A-6458EC4CDA87}"/>
              </a:ext>
            </a:extLst>
          </p:cNvPr>
          <p:cNvSpPr/>
          <p:nvPr/>
        </p:nvSpPr>
        <p:spPr>
          <a:xfrm>
            <a:off x="4395745" y="4288025"/>
            <a:ext cx="352500" cy="352500"/>
          </a:xfrm>
          <a:prstGeom prst="ellipse">
            <a:avLst/>
          </a:prstGeom>
          <a:solidFill>
            <a:srgbClr val="FF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44">
            <a:extLst>
              <a:ext uri="{FF2B5EF4-FFF2-40B4-BE49-F238E27FC236}">
                <a16:creationId xmlns:a16="http://schemas.microsoft.com/office/drawing/2014/main" id="{6577302F-E731-5FEC-8591-788ABDFBAF35}"/>
              </a:ext>
            </a:extLst>
          </p:cNvPr>
          <p:cNvSpPr/>
          <p:nvPr/>
        </p:nvSpPr>
        <p:spPr>
          <a:xfrm>
            <a:off x="6031391" y="3486125"/>
            <a:ext cx="352500" cy="352500"/>
          </a:xfrm>
          <a:prstGeom prst="ellipse">
            <a:avLst/>
          </a:prstGeom>
          <a:solidFill>
            <a:srgbClr val="C927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6" name="Google Shape;1746;p44">
            <a:extLst>
              <a:ext uri="{FF2B5EF4-FFF2-40B4-BE49-F238E27FC236}">
                <a16:creationId xmlns:a16="http://schemas.microsoft.com/office/drawing/2014/main" id="{83D62096-0FAB-1257-03C7-A2901B95D7A7}"/>
              </a:ext>
            </a:extLst>
          </p:cNvPr>
          <p:cNvSpPr/>
          <p:nvPr/>
        </p:nvSpPr>
        <p:spPr>
          <a:xfrm>
            <a:off x="7678515" y="4238600"/>
            <a:ext cx="352500" cy="352500"/>
          </a:xfrm>
          <a:prstGeom prst="ellipse">
            <a:avLst/>
          </a:prstGeom>
          <a:solidFill>
            <a:srgbClr val="6514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8" name="Google Shape;1748;p44">
            <a:extLst>
              <a:ext uri="{FF2B5EF4-FFF2-40B4-BE49-F238E27FC236}">
                <a16:creationId xmlns:a16="http://schemas.microsoft.com/office/drawing/2014/main" id="{389C7F49-EBDB-02C4-5248-446C3DFA0F60}"/>
              </a:ext>
            </a:extLst>
          </p:cNvPr>
          <p:cNvGrpSpPr/>
          <p:nvPr/>
        </p:nvGrpSpPr>
        <p:grpSpPr>
          <a:xfrm>
            <a:off x="2007648" y="1552067"/>
            <a:ext cx="1846420" cy="1282211"/>
            <a:chOff x="2212707" y="3271247"/>
            <a:chExt cx="1846420" cy="985746"/>
          </a:xfrm>
        </p:grpSpPr>
        <p:sp>
          <p:nvSpPr>
            <p:cNvPr id="1749" name="Google Shape;1749;p44">
              <a:extLst>
                <a:ext uri="{FF2B5EF4-FFF2-40B4-BE49-F238E27FC236}">
                  <a16:creationId xmlns:a16="http://schemas.microsoft.com/office/drawing/2014/main" id="{08CF91FD-DC40-415E-4302-8E576A5853F5}"/>
                </a:ext>
              </a:extLst>
            </p:cNvPr>
            <p:cNvSpPr txBox="1"/>
            <p:nvPr/>
          </p:nvSpPr>
          <p:spPr>
            <a:xfrm>
              <a:off x="2429262" y="3706793"/>
              <a:ext cx="14253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Forcing strict safety pushes the algorithm into conservative </a:t>
              </a:r>
              <a:r>
                <a:rPr lang="en-GB" sz="1000" err="1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Kp</a:t>
              </a:r>
              <a:r>
                <a:rPr lang="en-GB" sz="10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exploration</a:t>
              </a:r>
              <a:endParaRPr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0" name="Google Shape;1750;p44">
              <a:extLst>
                <a:ext uri="{FF2B5EF4-FFF2-40B4-BE49-F238E27FC236}">
                  <a16:creationId xmlns:a16="http://schemas.microsoft.com/office/drawing/2014/main" id="{107D4DC1-BD28-71AC-2518-509AED6A8020}"/>
                </a:ext>
              </a:extLst>
            </p:cNvPr>
            <p:cNvSpPr txBox="1"/>
            <p:nvPr/>
          </p:nvSpPr>
          <p:spPr>
            <a:xfrm>
              <a:off x="2212707" y="3271247"/>
              <a:ext cx="1846420" cy="33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Safety-Exploration trade-off</a:t>
              </a:r>
              <a:endParaRPr sz="15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751" name="Google Shape;1751;p44">
            <a:extLst>
              <a:ext uri="{FF2B5EF4-FFF2-40B4-BE49-F238E27FC236}">
                <a16:creationId xmlns:a16="http://schemas.microsoft.com/office/drawing/2014/main" id="{ED58BA1D-DF23-682F-567A-DBB8CCC0CF77}"/>
              </a:ext>
            </a:extLst>
          </p:cNvPr>
          <p:cNvGrpSpPr/>
          <p:nvPr/>
        </p:nvGrpSpPr>
        <p:grpSpPr>
          <a:xfrm>
            <a:off x="5444291" y="1585106"/>
            <a:ext cx="1526700" cy="1202482"/>
            <a:chOff x="5057783" y="3324044"/>
            <a:chExt cx="1526700" cy="1202482"/>
          </a:xfrm>
        </p:grpSpPr>
        <p:sp>
          <p:nvSpPr>
            <p:cNvPr id="1752" name="Google Shape;1752;p44">
              <a:extLst>
                <a:ext uri="{FF2B5EF4-FFF2-40B4-BE49-F238E27FC236}">
                  <a16:creationId xmlns:a16="http://schemas.microsoft.com/office/drawing/2014/main" id="{84854F9E-6E6F-63CE-3442-167638A873E4}"/>
                </a:ext>
              </a:extLst>
            </p:cNvPr>
            <p:cNvSpPr txBox="1"/>
            <p:nvPr/>
          </p:nvSpPr>
          <p:spPr>
            <a:xfrm>
              <a:off x="5137751" y="3976326"/>
              <a:ext cx="14253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Refining of the spatio-temporal kernel to model on a better time variable</a:t>
              </a:r>
              <a:endParaRPr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3" name="Google Shape;1753;p44">
              <a:extLst>
                <a:ext uri="{FF2B5EF4-FFF2-40B4-BE49-F238E27FC236}">
                  <a16:creationId xmlns:a16="http://schemas.microsoft.com/office/drawing/2014/main" id="{9EAF8509-08E7-4080-131F-F1AA8139E2AE}"/>
                </a:ext>
              </a:extLst>
            </p:cNvPr>
            <p:cNvSpPr txBox="1"/>
            <p:nvPr/>
          </p:nvSpPr>
          <p:spPr>
            <a:xfrm>
              <a:off x="5057783" y="3324044"/>
              <a:ext cx="1526700" cy="550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C9274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Advancing Kernel structures</a:t>
              </a:r>
              <a:endParaRPr sz="1500" b="1">
                <a:solidFill>
                  <a:srgbClr val="C9274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754" name="Google Shape;1754;p44">
            <a:extLst>
              <a:ext uri="{FF2B5EF4-FFF2-40B4-BE49-F238E27FC236}">
                <a16:creationId xmlns:a16="http://schemas.microsoft.com/office/drawing/2014/main" id="{3D8B1A01-F910-A7D8-09F0-E8C5E36A6678}"/>
              </a:ext>
            </a:extLst>
          </p:cNvPr>
          <p:cNvGrpSpPr/>
          <p:nvPr/>
        </p:nvGrpSpPr>
        <p:grpSpPr>
          <a:xfrm>
            <a:off x="535801" y="1488668"/>
            <a:ext cx="1526700" cy="1295823"/>
            <a:chOff x="1001876" y="3227607"/>
            <a:chExt cx="1526700" cy="1073688"/>
          </a:xfrm>
        </p:grpSpPr>
        <p:sp>
          <p:nvSpPr>
            <p:cNvPr id="1730" name="Google Shape;1730;p44">
              <a:extLst>
                <a:ext uri="{FF2B5EF4-FFF2-40B4-BE49-F238E27FC236}">
                  <a16:creationId xmlns:a16="http://schemas.microsoft.com/office/drawing/2014/main" id="{CFC7511A-3DB9-FF48-32EC-685DA970E6D0}"/>
                </a:ext>
              </a:extLst>
            </p:cNvPr>
            <p:cNvSpPr txBox="1"/>
            <p:nvPr/>
          </p:nvSpPr>
          <p:spPr>
            <a:xfrm>
              <a:off x="1049394" y="3751095"/>
              <a:ext cx="14253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Solution to single-GP instabilities and guarantees of zero-collisions</a:t>
              </a:r>
              <a:endParaRPr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5" name="Google Shape;1755;p44">
              <a:extLst>
                <a:ext uri="{FF2B5EF4-FFF2-40B4-BE49-F238E27FC236}">
                  <a16:creationId xmlns:a16="http://schemas.microsoft.com/office/drawing/2014/main" id="{38AE9E93-03AD-55FF-8C92-272A113C472A}"/>
                </a:ext>
              </a:extLst>
            </p:cNvPr>
            <p:cNvSpPr txBox="1"/>
            <p:nvPr/>
          </p:nvSpPr>
          <p:spPr>
            <a:xfrm>
              <a:off x="1001876" y="3227607"/>
              <a:ext cx="1526700" cy="6121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Decoupled architecture</a:t>
              </a:r>
              <a:endParaRPr sz="15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756" name="Google Shape;1756;p44">
            <a:extLst>
              <a:ext uri="{FF2B5EF4-FFF2-40B4-BE49-F238E27FC236}">
                <a16:creationId xmlns:a16="http://schemas.microsoft.com/office/drawing/2014/main" id="{2A549E20-228A-BF21-244F-D23EF103798F}"/>
              </a:ext>
            </a:extLst>
          </p:cNvPr>
          <p:cNvGrpSpPr/>
          <p:nvPr/>
        </p:nvGrpSpPr>
        <p:grpSpPr>
          <a:xfrm>
            <a:off x="3818020" y="1561951"/>
            <a:ext cx="1526700" cy="1215002"/>
            <a:chOff x="3745167" y="3300889"/>
            <a:chExt cx="1526700" cy="1215002"/>
          </a:xfrm>
        </p:grpSpPr>
        <p:sp>
          <p:nvSpPr>
            <p:cNvPr id="1757" name="Google Shape;1757;p44">
              <a:extLst>
                <a:ext uri="{FF2B5EF4-FFF2-40B4-BE49-F238E27FC236}">
                  <a16:creationId xmlns:a16="http://schemas.microsoft.com/office/drawing/2014/main" id="{2FE7FAB4-07F1-3CEB-5464-7A8CA30BAF6F}"/>
                </a:ext>
              </a:extLst>
            </p:cNvPr>
            <p:cNvSpPr txBox="1"/>
            <p:nvPr/>
          </p:nvSpPr>
          <p:spPr>
            <a:xfrm>
              <a:off x="3828119" y="3965691"/>
              <a:ext cx="14253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Per-round compute time scales linearly, parallelization not needed for 8 agents</a:t>
              </a:r>
              <a:endParaRPr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8" name="Google Shape;1758;p44">
              <a:extLst>
                <a:ext uri="{FF2B5EF4-FFF2-40B4-BE49-F238E27FC236}">
                  <a16:creationId xmlns:a16="http://schemas.microsoft.com/office/drawing/2014/main" id="{7AC79976-4D92-E36F-8F8D-B092BA0AFF95}"/>
                </a:ext>
              </a:extLst>
            </p:cNvPr>
            <p:cNvSpPr txBox="1"/>
            <p:nvPr/>
          </p:nvSpPr>
          <p:spPr>
            <a:xfrm>
              <a:off x="3745167" y="3300889"/>
              <a:ext cx="1526700" cy="5135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Scalability and bottlenecks</a:t>
              </a:r>
            </a:p>
          </p:txBody>
        </p:sp>
      </p:grpSp>
      <p:grpSp>
        <p:nvGrpSpPr>
          <p:cNvPr id="1759" name="Google Shape;1759;p44">
            <a:extLst>
              <a:ext uri="{FF2B5EF4-FFF2-40B4-BE49-F238E27FC236}">
                <a16:creationId xmlns:a16="http://schemas.microsoft.com/office/drawing/2014/main" id="{25B14189-25AA-C252-AD4E-C056ED705F0A}"/>
              </a:ext>
            </a:extLst>
          </p:cNvPr>
          <p:cNvGrpSpPr/>
          <p:nvPr/>
        </p:nvGrpSpPr>
        <p:grpSpPr>
          <a:xfrm>
            <a:off x="7128300" y="1596930"/>
            <a:ext cx="1526700" cy="1175768"/>
            <a:chOff x="6443887" y="3335868"/>
            <a:chExt cx="1526700" cy="1175768"/>
          </a:xfrm>
        </p:grpSpPr>
        <p:sp>
          <p:nvSpPr>
            <p:cNvPr id="1760" name="Google Shape;1760;p44">
              <a:extLst>
                <a:ext uri="{FF2B5EF4-FFF2-40B4-BE49-F238E27FC236}">
                  <a16:creationId xmlns:a16="http://schemas.microsoft.com/office/drawing/2014/main" id="{E49BC72D-CEF1-D455-08FE-D1DAFD605D25}"/>
                </a:ext>
              </a:extLst>
            </p:cNvPr>
            <p:cNvSpPr txBox="1"/>
            <p:nvPr/>
          </p:nvSpPr>
          <p:spPr>
            <a:xfrm>
              <a:off x="6463133" y="3961436"/>
              <a:ext cx="14253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Need to provide officially verifiable safety guarantees</a:t>
              </a:r>
              <a:endParaRPr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1" name="Google Shape;1761;p44">
              <a:extLst>
                <a:ext uri="{FF2B5EF4-FFF2-40B4-BE49-F238E27FC236}">
                  <a16:creationId xmlns:a16="http://schemas.microsoft.com/office/drawing/2014/main" id="{FE4242BA-0504-9A52-5FFF-6DF40F14A0A4}"/>
                </a:ext>
              </a:extLst>
            </p:cNvPr>
            <p:cNvSpPr txBox="1"/>
            <p:nvPr/>
          </p:nvSpPr>
          <p:spPr>
            <a:xfrm>
              <a:off x="6443887" y="3335868"/>
              <a:ext cx="1526700" cy="592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Formalizing safety protocols</a:t>
              </a:r>
              <a:endParaRPr sz="15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1762" name="Google Shape;1762;p44">
            <a:extLst>
              <a:ext uri="{FF2B5EF4-FFF2-40B4-BE49-F238E27FC236}">
                <a16:creationId xmlns:a16="http://schemas.microsoft.com/office/drawing/2014/main" id="{321B1ED2-A0F3-CA9A-4A57-CA220778A06D}"/>
              </a:ext>
            </a:extLst>
          </p:cNvPr>
          <p:cNvCxnSpPr>
            <a:cxnSpLocks/>
          </p:cNvCxnSpPr>
          <p:nvPr/>
        </p:nvCxnSpPr>
        <p:spPr>
          <a:xfrm flipV="1">
            <a:off x="2936853" y="2834275"/>
            <a:ext cx="0" cy="841504"/>
          </a:xfrm>
          <a:prstGeom prst="straightConnector1">
            <a:avLst/>
          </a:prstGeom>
          <a:noFill/>
          <a:ln w="9525" cap="flat" cmpd="sng">
            <a:solidFill>
              <a:srgbClr val="FFB174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63" name="Google Shape;1763;p44">
            <a:extLst>
              <a:ext uri="{FF2B5EF4-FFF2-40B4-BE49-F238E27FC236}">
                <a16:creationId xmlns:a16="http://schemas.microsoft.com/office/drawing/2014/main" id="{7CF0B2C7-80E6-5906-4E6C-6BF06190BEC2}"/>
              </a:ext>
            </a:extLst>
          </p:cNvPr>
          <p:cNvCxnSpPr>
            <a:cxnSpLocks/>
            <a:stCxn id="1740" idx="0"/>
          </p:cNvCxnSpPr>
          <p:nvPr/>
        </p:nvCxnSpPr>
        <p:spPr>
          <a:xfrm flipV="1">
            <a:off x="4571995" y="2895650"/>
            <a:ext cx="0" cy="1392375"/>
          </a:xfrm>
          <a:prstGeom prst="straightConnector1">
            <a:avLst/>
          </a:prstGeom>
          <a:noFill/>
          <a:ln w="9525" cap="flat" cmpd="sng">
            <a:solidFill>
              <a:srgbClr val="FF666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64" name="Google Shape;1764;p44">
            <a:extLst>
              <a:ext uri="{FF2B5EF4-FFF2-40B4-BE49-F238E27FC236}">
                <a16:creationId xmlns:a16="http://schemas.microsoft.com/office/drawing/2014/main" id="{6A32010E-B348-7F81-EB75-54FC94B124CB}"/>
              </a:ext>
            </a:extLst>
          </p:cNvPr>
          <p:cNvCxnSpPr>
            <a:cxnSpLocks/>
          </p:cNvCxnSpPr>
          <p:nvPr/>
        </p:nvCxnSpPr>
        <p:spPr>
          <a:xfrm rot="10800000">
            <a:off x="7860195" y="2772699"/>
            <a:ext cx="0" cy="1821300"/>
          </a:xfrm>
          <a:prstGeom prst="straightConnector1">
            <a:avLst/>
          </a:prstGeom>
          <a:noFill/>
          <a:ln w="9525" cap="flat" cmpd="sng">
            <a:solidFill>
              <a:srgbClr val="651428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65" name="Google Shape;1765;p44">
            <a:extLst>
              <a:ext uri="{FF2B5EF4-FFF2-40B4-BE49-F238E27FC236}">
                <a16:creationId xmlns:a16="http://schemas.microsoft.com/office/drawing/2014/main" id="{7C84E729-58FD-8DA2-E4A0-A2BCA7D49D10}"/>
              </a:ext>
            </a:extLst>
          </p:cNvPr>
          <p:cNvCxnSpPr>
            <a:cxnSpLocks/>
            <a:endCxn id="1752" idx="2"/>
          </p:cNvCxnSpPr>
          <p:nvPr/>
        </p:nvCxnSpPr>
        <p:spPr>
          <a:xfrm flipH="1" flipV="1">
            <a:off x="6236909" y="2787588"/>
            <a:ext cx="4745" cy="928669"/>
          </a:xfrm>
          <a:prstGeom prst="straightConnector1">
            <a:avLst/>
          </a:prstGeom>
          <a:noFill/>
          <a:ln w="9525" cap="flat" cmpd="sng">
            <a:solidFill>
              <a:srgbClr val="C9274F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84" name="Google Shape;1784;p44">
            <a:extLst>
              <a:ext uri="{FF2B5EF4-FFF2-40B4-BE49-F238E27FC236}">
                <a16:creationId xmlns:a16="http://schemas.microsoft.com/office/drawing/2014/main" id="{50AF93FF-BE32-DFF4-2942-5FC1630C33D3}"/>
              </a:ext>
            </a:extLst>
          </p:cNvPr>
          <p:cNvSpPr txBox="1"/>
          <p:nvPr/>
        </p:nvSpPr>
        <p:spPr>
          <a:xfrm>
            <a:off x="0" y="0"/>
            <a:ext cx="37002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08393D-4A42-9BED-4E75-A0400A5579D4}"/>
              </a:ext>
            </a:extLst>
          </p:cNvPr>
          <p:cNvSpPr/>
          <p:nvPr/>
        </p:nvSpPr>
        <p:spPr>
          <a:xfrm>
            <a:off x="261533" y="184041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56;p15">
            <a:extLst>
              <a:ext uri="{FF2B5EF4-FFF2-40B4-BE49-F238E27FC236}">
                <a16:creationId xmlns:a16="http://schemas.microsoft.com/office/drawing/2014/main" id="{A8FC6517-392D-7C66-401C-F122C83B19F5}"/>
              </a:ext>
            </a:extLst>
          </p:cNvPr>
          <p:cNvSpPr txBox="1"/>
          <p:nvPr/>
        </p:nvSpPr>
        <p:spPr>
          <a:xfrm>
            <a:off x="290677" y="283823"/>
            <a:ext cx="71427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>
                <a:solidFill>
                  <a:schemeClr val="accent2">
                    <a:lumMod val="50000"/>
                  </a:schemeClr>
                </a:solidFill>
                <a:latin typeface="Fira Sans Extra Condensed"/>
                <a:sym typeface="Fira Sans Extra Condensed"/>
              </a:rPr>
              <a:t>Conclusions &amp; Future Outlook</a:t>
            </a:r>
            <a:endParaRPr lang="en" sz="3200" b="1">
              <a:solidFill>
                <a:schemeClr val="accent2">
                  <a:lumMod val="50000"/>
                </a:schemeClr>
              </a:solidFill>
              <a:latin typeface="Fira Sans Extra Condensed"/>
            </a:endParaRPr>
          </a:p>
        </p:txBody>
      </p:sp>
      <p:sp>
        <p:nvSpPr>
          <p:cNvPr id="13" name="Google Shape;7040;p70">
            <a:extLst>
              <a:ext uri="{FF2B5EF4-FFF2-40B4-BE49-F238E27FC236}">
                <a16:creationId xmlns:a16="http://schemas.microsoft.com/office/drawing/2014/main" id="{8E73FE0E-8087-41A0-3DD2-038164419216}"/>
              </a:ext>
            </a:extLst>
          </p:cNvPr>
          <p:cNvSpPr/>
          <p:nvPr/>
        </p:nvSpPr>
        <p:spPr>
          <a:xfrm>
            <a:off x="1118891" y="1211152"/>
            <a:ext cx="367779" cy="350758"/>
          </a:xfrm>
          <a:custGeom>
            <a:avLst/>
            <a:gdLst/>
            <a:ahLst/>
            <a:cxnLst/>
            <a:rect l="l" t="t" r="r" b="b"/>
            <a:pathLst>
              <a:path w="12446" h="11870" extrusionOk="0">
                <a:moveTo>
                  <a:pt x="9421" y="1410"/>
                </a:moveTo>
                <a:cubicBezTo>
                  <a:pt x="9775" y="1410"/>
                  <a:pt x="10130" y="1544"/>
                  <a:pt x="10397" y="1812"/>
                </a:cubicBezTo>
                <a:cubicBezTo>
                  <a:pt x="10901" y="2316"/>
                  <a:pt x="10901" y="3198"/>
                  <a:pt x="10366" y="3734"/>
                </a:cubicBezTo>
                <a:lnTo>
                  <a:pt x="9169" y="4931"/>
                </a:lnTo>
                <a:cubicBezTo>
                  <a:pt x="8948" y="5152"/>
                  <a:pt x="8633" y="5278"/>
                  <a:pt x="8318" y="5309"/>
                </a:cubicBezTo>
                <a:lnTo>
                  <a:pt x="8476" y="5152"/>
                </a:lnTo>
                <a:cubicBezTo>
                  <a:pt x="8854" y="4773"/>
                  <a:pt x="8854" y="4112"/>
                  <a:pt x="8476" y="3702"/>
                </a:cubicBezTo>
                <a:cubicBezTo>
                  <a:pt x="8271" y="3513"/>
                  <a:pt x="8003" y="3419"/>
                  <a:pt x="7739" y="3419"/>
                </a:cubicBezTo>
                <a:cubicBezTo>
                  <a:pt x="7475" y="3419"/>
                  <a:pt x="7215" y="3513"/>
                  <a:pt x="7026" y="3702"/>
                </a:cubicBezTo>
                <a:lnTo>
                  <a:pt x="6869" y="3860"/>
                </a:lnTo>
                <a:cubicBezTo>
                  <a:pt x="6900" y="3545"/>
                  <a:pt x="7026" y="3230"/>
                  <a:pt x="7247" y="3009"/>
                </a:cubicBezTo>
                <a:lnTo>
                  <a:pt x="8444" y="1812"/>
                </a:lnTo>
                <a:cubicBezTo>
                  <a:pt x="8712" y="1544"/>
                  <a:pt x="9066" y="1410"/>
                  <a:pt x="9421" y="1410"/>
                </a:cubicBezTo>
                <a:close/>
                <a:moveTo>
                  <a:pt x="4128" y="6475"/>
                </a:moveTo>
                <a:lnTo>
                  <a:pt x="3970" y="6601"/>
                </a:lnTo>
                <a:cubicBezTo>
                  <a:pt x="3592" y="7010"/>
                  <a:pt x="3592" y="7672"/>
                  <a:pt x="3970" y="8081"/>
                </a:cubicBezTo>
                <a:cubicBezTo>
                  <a:pt x="4175" y="8270"/>
                  <a:pt x="4443" y="8365"/>
                  <a:pt x="4711" y="8365"/>
                </a:cubicBezTo>
                <a:cubicBezTo>
                  <a:pt x="4978" y="8365"/>
                  <a:pt x="5246" y="8270"/>
                  <a:pt x="5451" y="8081"/>
                </a:cubicBezTo>
                <a:lnTo>
                  <a:pt x="5577" y="7924"/>
                </a:lnTo>
                <a:lnTo>
                  <a:pt x="5577" y="7924"/>
                </a:lnTo>
                <a:cubicBezTo>
                  <a:pt x="5640" y="8270"/>
                  <a:pt x="5483" y="8586"/>
                  <a:pt x="5231" y="8838"/>
                </a:cubicBezTo>
                <a:lnTo>
                  <a:pt x="4065" y="10003"/>
                </a:lnTo>
                <a:cubicBezTo>
                  <a:pt x="3781" y="10271"/>
                  <a:pt x="3427" y="10405"/>
                  <a:pt x="3072" y="10405"/>
                </a:cubicBezTo>
                <a:cubicBezTo>
                  <a:pt x="2718" y="10405"/>
                  <a:pt x="2364" y="10271"/>
                  <a:pt x="2080" y="10003"/>
                </a:cubicBezTo>
                <a:cubicBezTo>
                  <a:pt x="1544" y="9468"/>
                  <a:pt x="1544" y="8586"/>
                  <a:pt x="2080" y="8050"/>
                </a:cubicBezTo>
                <a:lnTo>
                  <a:pt x="3277" y="6853"/>
                </a:lnTo>
                <a:cubicBezTo>
                  <a:pt x="3498" y="6601"/>
                  <a:pt x="3813" y="6506"/>
                  <a:pt x="4128" y="6475"/>
                </a:cubicBezTo>
                <a:close/>
                <a:moveTo>
                  <a:pt x="9373" y="0"/>
                </a:moveTo>
                <a:cubicBezTo>
                  <a:pt x="8665" y="0"/>
                  <a:pt x="7956" y="268"/>
                  <a:pt x="7404" y="804"/>
                </a:cubicBezTo>
                <a:lnTo>
                  <a:pt x="6239" y="1970"/>
                </a:lnTo>
                <a:cubicBezTo>
                  <a:pt x="5451" y="2757"/>
                  <a:pt x="5199" y="3986"/>
                  <a:pt x="5640" y="4994"/>
                </a:cubicBezTo>
                <a:lnTo>
                  <a:pt x="5325" y="5309"/>
                </a:lnTo>
                <a:cubicBezTo>
                  <a:pt x="4994" y="5170"/>
                  <a:pt x="4634" y="5100"/>
                  <a:pt x="4270" y="5100"/>
                </a:cubicBezTo>
                <a:cubicBezTo>
                  <a:pt x="3562" y="5100"/>
                  <a:pt x="2842" y="5366"/>
                  <a:pt x="2301" y="5908"/>
                </a:cubicBezTo>
                <a:lnTo>
                  <a:pt x="1103" y="7105"/>
                </a:lnTo>
                <a:cubicBezTo>
                  <a:pt x="1" y="8144"/>
                  <a:pt x="1" y="9940"/>
                  <a:pt x="1103" y="11043"/>
                </a:cubicBezTo>
                <a:cubicBezTo>
                  <a:pt x="1655" y="11594"/>
                  <a:pt x="2364" y="11870"/>
                  <a:pt x="3072" y="11870"/>
                </a:cubicBezTo>
                <a:cubicBezTo>
                  <a:pt x="3781" y="11870"/>
                  <a:pt x="4490" y="11594"/>
                  <a:pt x="5041" y="11043"/>
                </a:cubicBezTo>
                <a:lnTo>
                  <a:pt x="6239" y="9846"/>
                </a:lnTo>
                <a:cubicBezTo>
                  <a:pt x="7026" y="9058"/>
                  <a:pt x="7247" y="7829"/>
                  <a:pt x="6806" y="6821"/>
                </a:cubicBezTo>
                <a:lnTo>
                  <a:pt x="7121" y="6506"/>
                </a:lnTo>
                <a:cubicBezTo>
                  <a:pt x="7473" y="6656"/>
                  <a:pt x="7840" y="6729"/>
                  <a:pt x="8204" y="6729"/>
                </a:cubicBezTo>
                <a:cubicBezTo>
                  <a:pt x="8914" y="6729"/>
                  <a:pt x="9614" y="6449"/>
                  <a:pt x="10177" y="5908"/>
                </a:cubicBezTo>
                <a:lnTo>
                  <a:pt x="11342" y="4742"/>
                </a:lnTo>
                <a:cubicBezTo>
                  <a:pt x="12445" y="3639"/>
                  <a:pt x="12445" y="1907"/>
                  <a:pt x="11342" y="804"/>
                </a:cubicBezTo>
                <a:cubicBezTo>
                  <a:pt x="10791" y="268"/>
                  <a:pt x="10082" y="0"/>
                  <a:pt x="9373" y="0"/>
                </a:cubicBezTo>
                <a:close/>
              </a:path>
            </a:pathLst>
          </a:custGeom>
          <a:solidFill>
            <a:srgbClr val="FFCE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6877;p70">
            <a:extLst>
              <a:ext uri="{FF2B5EF4-FFF2-40B4-BE49-F238E27FC236}">
                <a16:creationId xmlns:a16="http://schemas.microsoft.com/office/drawing/2014/main" id="{8E1E4E99-7DA0-3629-3D2F-2E782F19E227}"/>
              </a:ext>
            </a:extLst>
          </p:cNvPr>
          <p:cNvGrpSpPr/>
          <p:nvPr/>
        </p:nvGrpSpPr>
        <p:grpSpPr>
          <a:xfrm>
            <a:off x="2754292" y="1235825"/>
            <a:ext cx="366364" cy="367290"/>
            <a:chOff x="-61783350" y="3743950"/>
            <a:chExt cx="316650" cy="317450"/>
          </a:xfrm>
          <a:solidFill>
            <a:srgbClr val="FFB174"/>
          </a:solidFill>
        </p:grpSpPr>
        <p:sp>
          <p:nvSpPr>
            <p:cNvPr id="15" name="Google Shape;6878;p70">
              <a:extLst>
                <a:ext uri="{FF2B5EF4-FFF2-40B4-BE49-F238E27FC236}">
                  <a16:creationId xmlns:a16="http://schemas.microsoft.com/office/drawing/2014/main" id="{DBFB51A6-CC5B-9046-C30A-D69B8809BD0A}"/>
                </a:ext>
              </a:extLst>
            </p:cNvPr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879;p70">
              <a:extLst>
                <a:ext uri="{FF2B5EF4-FFF2-40B4-BE49-F238E27FC236}">
                  <a16:creationId xmlns:a16="http://schemas.microsoft.com/office/drawing/2014/main" id="{D1730EB3-056D-07BB-99EA-DF2909C9887A}"/>
                </a:ext>
              </a:extLst>
            </p:cNvPr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6697;p70">
            <a:extLst>
              <a:ext uri="{FF2B5EF4-FFF2-40B4-BE49-F238E27FC236}">
                <a16:creationId xmlns:a16="http://schemas.microsoft.com/office/drawing/2014/main" id="{AA3DCD2D-6D4C-DC7D-A0EF-7B95F8D00AEE}"/>
              </a:ext>
            </a:extLst>
          </p:cNvPr>
          <p:cNvGrpSpPr/>
          <p:nvPr/>
        </p:nvGrpSpPr>
        <p:grpSpPr>
          <a:xfrm>
            <a:off x="4387377" y="1247359"/>
            <a:ext cx="360868" cy="367260"/>
            <a:chOff x="-65144125" y="4094450"/>
            <a:chExt cx="311900" cy="317425"/>
          </a:xfrm>
          <a:solidFill>
            <a:srgbClr val="FF6666"/>
          </a:solidFill>
        </p:grpSpPr>
        <p:sp>
          <p:nvSpPr>
            <p:cNvPr id="18" name="Google Shape;6698;p70">
              <a:extLst>
                <a:ext uri="{FF2B5EF4-FFF2-40B4-BE49-F238E27FC236}">
                  <a16:creationId xmlns:a16="http://schemas.microsoft.com/office/drawing/2014/main" id="{783DD8A6-DC31-7B71-5AED-F425AD288BC9}"/>
                </a:ext>
              </a:extLst>
            </p:cNvPr>
            <p:cNvSpPr/>
            <p:nvPr/>
          </p:nvSpPr>
          <p:spPr>
            <a:xfrm>
              <a:off x="-65079550" y="4183450"/>
              <a:ext cx="185900" cy="185900"/>
            </a:xfrm>
            <a:custGeom>
              <a:avLst/>
              <a:gdLst/>
              <a:ahLst/>
              <a:cxnLst/>
              <a:rect l="l" t="t" r="r" b="b"/>
              <a:pathLst>
                <a:path w="7436" h="7436" extrusionOk="0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699;p70">
              <a:extLst>
                <a:ext uri="{FF2B5EF4-FFF2-40B4-BE49-F238E27FC236}">
                  <a16:creationId xmlns:a16="http://schemas.microsoft.com/office/drawing/2014/main" id="{7B328590-45FF-4585-CE93-38235705A6B0}"/>
                </a:ext>
              </a:extLst>
            </p:cNvPr>
            <p:cNvSpPr/>
            <p:nvPr/>
          </p:nvSpPr>
          <p:spPr>
            <a:xfrm>
              <a:off x="-65039375" y="4094450"/>
              <a:ext cx="104775" cy="19700"/>
            </a:xfrm>
            <a:custGeom>
              <a:avLst/>
              <a:gdLst/>
              <a:ahLst/>
              <a:cxnLst/>
              <a:rect l="l" t="t" r="r" b="b"/>
              <a:pathLst>
                <a:path w="4191" h="788" extrusionOk="0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700;p70">
              <a:extLst>
                <a:ext uri="{FF2B5EF4-FFF2-40B4-BE49-F238E27FC236}">
                  <a16:creationId xmlns:a16="http://schemas.microsoft.com/office/drawing/2014/main" id="{E46A9345-5D99-CE50-3F92-A564EC472781}"/>
                </a:ext>
              </a:extLst>
            </p:cNvPr>
            <p:cNvSpPr/>
            <p:nvPr/>
          </p:nvSpPr>
          <p:spPr>
            <a:xfrm>
              <a:off x="-65144125" y="4121025"/>
              <a:ext cx="311900" cy="290850"/>
            </a:xfrm>
            <a:custGeom>
              <a:avLst/>
              <a:gdLst/>
              <a:ahLst/>
              <a:cxnLst/>
              <a:rect l="l" t="t" r="r" b="b"/>
              <a:pathLst>
                <a:path w="12476" h="11634" extrusionOk="0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6952;p70">
            <a:extLst>
              <a:ext uri="{FF2B5EF4-FFF2-40B4-BE49-F238E27FC236}">
                <a16:creationId xmlns:a16="http://schemas.microsoft.com/office/drawing/2014/main" id="{A2B44518-5369-6257-CD56-09B6B39758CC}"/>
              </a:ext>
            </a:extLst>
          </p:cNvPr>
          <p:cNvGrpSpPr/>
          <p:nvPr/>
        </p:nvGrpSpPr>
        <p:grpSpPr>
          <a:xfrm>
            <a:off x="7706080" y="1308819"/>
            <a:ext cx="352886" cy="350049"/>
            <a:chOff x="946175" y="3253275"/>
            <a:chExt cx="298550" cy="296150"/>
          </a:xfrm>
          <a:solidFill>
            <a:srgbClr val="651428"/>
          </a:solidFill>
        </p:grpSpPr>
        <p:sp>
          <p:nvSpPr>
            <p:cNvPr id="22" name="Google Shape;6953;p70">
              <a:extLst>
                <a:ext uri="{FF2B5EF4-FFF2-40B4-BE49-F238E27FC236}">
                  <a16:creationId xmlns:a16="http://schemas.microsoft.com/office/drawing/2014/main" id="{0450070E-1E6D-DEE9-1E0A-BFF013105F3D}"/>
                </a:ext>
              </a:extLst>
            </p:cNvPr>
            <p:cNvSpPr/>
            <p:nvPr/>
          </p:nvSpPr>
          <p:spPr>
            <a:xfrm>
              <a:off x="946175" y="3253275"/>
              <a:ext cx="209550" cy="261500"/>
            </a:xfrm>
            <a:custGeom>
              <a:avLst/>
              <a:gdLst/>
              <a:ahLst/>
              <a:cxnLst/>
              <a:rect l="l" t="t" r="r" b="b"/>
              <a:pathLst>
                <a:path w="8382" h="10460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954;p70">
              <a:extLst>
                <a:ext uri="{FF2B5EF4-FFF2-40B4-BE49-F238E27FC236}">
                  <a16:creationId xmlns:a16="http://schemas.microsoft.com/office/drawing/2014/main" id="{FA404317-6CC5-69DA-6E75-655BFCFD6B24}"/>
                </a:ext>
              </a:extLst>
            </p:cNvPr>
            <p:cNvSpPr/>
            <p:nvPr/>
          </p:nvSpPr>
          <p:spPr>
            <a:xfrm>
              <a:off x="986350" y="3293425"/>
              <a:ext cx="47300" cy="48075"/>
            </a:xfrm>
            <a:custGeom>
              <a:avLst/>
              <a:gdLst/>
              <a:ahLst/>
              <a:cxnLst/>
              <a:rect l="l" t="t" r="r" b="b"/>
              <a:pathLst>
                <a:path w="1892" h="1923" extrusionOk="0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955;p70">
              <a:extLst>
                <a:ext uri="{FF2B5EF4-FFF2-40B4-BE49-F238E27FC236}">
                  <a16:creationId xmlns:a16="http://schemas.microsoft.com/office/drawing/2014/main" id="{45DF90AB-FDCD-A8BA-706C-5C7CA6755519}"/>
                </a:ext>
              </a:extLst>
            </p:cNvPr>
            <p:cNvSpPr/>
            <p:nvPr/>
          </p:nvSpPr>
          <p:spPr>
            <a:xfrm>
              <a:off x="1051725" y="3359600"/>
              <a:ext cx="122100" cy="121325"/>
            </a:xfrm>
            <a:custGeom>
              <a:avLst/>
              <a:gdLst/>
              <a:ahLst/>
              <a:cxnLst/>
              <a:rect l="l" t="t" r="r" b="b"/>
              <a:pathLst>
                <a:path w="4884" h="4853" extrusionOk="0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956;p70">
              <a:extLst>
                <a:ext uri="{FF2B5EF4-FFF2-40B4-BE49-F238E27FC236}">
                  <a16:creationId xmlns:a16="http://schemas.microsoft.com/office/drawing/2014/main" id="{5CF68B4F-78C0-23DA-E343-70A3C5F294FC}"/>
                </a:ext>
              </a:extLst>
            </p:cNvPr>
            <p:cNvSpPr/>
            <p:nvPr/>
          </p:nvSpPr>
          <p:spPr>
            <a:xfrm>
              <a:off x="980050" y="3289500"/>
              <a:ext cx="192200" cy="242600"/>
            </a:xfrm>
            <a:custGeom>
              <a:avLst/>
              <a:gdLst/>
              <a:ahLst/>
              <a:cxnLst/>
              <a:rect l="l" t="t" r="r" b="b"/>
              <a:pathLst>
                <a:path w="7688" h="9704" extrusionOk="0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957;p70">
              <a:extLst>
                <a:ext uri="{FF2B5EF4-FFF2-40B4-BE49-F238E27FC236}">
                  <a16:creationId xmlns:a16="http://schemas.microsoft.com/office/drawing/2014/main" id="{0F35785A-2377-5F28-268E-2EB3DF9D37D6}"/>
                </a:ext>
              </a:extLst>
            </p:cNvPr>
            <p:cNvSpPr/>
            <p:nvPr/>
          </p:nvSpPr>
          <p:spPr>
            <a:xfrm>
              <a:off x="1154125" y="3460400"/>
              <a:ext cx="90600" cy="89025"/>
            </a:xfrm>
            <a:custGeom>
              <a:avLst/>
              <a:gdLst/>
              <a:ahLst/>
              <a:cxnLst/>
              <a:rect l="l" t="t" r="r" b="b"/>
              <a:pathLst>
                <a:path w="3624" h="3561" extrusionOk="0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7906;p72">
            <a:extLst>
              <a:ext uri="{FF2B5EF4-FFF2-40B4-BE49-F238E27FC236}">
                <a16:creationId xmlns:a16="http://schemas.microsoft.com/office/drawing/2014/main" id="{7A7BD56E-4382-A8EB-DECC-71B1E537979C}"/>
              </a:ext>
            </a:extLst>
          </p:cNvPr>
          <p:cNvGrpSpPr/>
          <p:nvPr/>
        </p:nvGrpSpPr>
        <p:grpSpPr>
          <a:xfrm>
            <a:off x="6058452" y="1278119"/>
            <a:ext cx="298377" cy="354519"/>
            <a:chOff x="-48233050" y="3569725"/>
            <a:chExt cx="252050" cy="299475"/>
          </a:xfrm>
          <a:solidFill>
            <a:srgbClr val="C9274F"/>
          </a:solidFill>
        </p:grpSpPr>
        <p:sp>
          <p:nvSpPr>
            <p:cNvPr id="28" name="Google Shape;7907;p72">
              <a:extLst>
                <a:ext uri="{FF2B5EF4-FFF2-40B4-BE49-F238E27FC236}">
                  <a16:creationId xmlns:a16="http://schemas.microsoft.com/office/drawing/2014/main" id="{C809E8B5-C459-24C2-E346-1D22283A4AAD}"/>
                </a:ext>
              </a:extLst>
            </p:cNvPr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908;p72">
              <a:extLst>
                <a:ext uri="{FF2B5EF4-FFF2-40B4-BE49-F238E27FC236}">
                  <a16:creationId xmlns:a16="http://schemas.microsoft.com/office/drawing/2014/main" id="{A7B588C6-EE5E-E59B-69DF-A19E3AB8A902}"/>
                </a:ext>
              </a:extLst>
            </p:cNvPr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909;p72">
              <a:extLst>
                <a:ext uri="{FF2B5EF4-FFF2-40B4-BE49-F238E27FC236}">
                  <a16:creationId xmlns:a16="http://schemas.microsoft.com/office/drawing/2014/main" id="{7829C9D1-6CA8-506D-E485-75D6D0DA8277}"/>
                </a:ext>
              </a:extLst>
            </p:cNvPr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28139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3">
          <a:extLst>
            <a:ext uri="{FF2B5EF4-FFF2-40B4-BE49-F238E27FC236}">
              <a16:creationId xmlns:a16="http://schemas.microsoft.com/office/drawing/2014/main" id="{241402C1-325F-BFE2-7134-F971F29C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C018B7-0B08-F660-B616-9FC1B514AEC5}"/>
              </a:ext>
            </a:extLst>
          </p:cNvPr>
          <p:cNvSpPr/>
          <p:nvPr/>
        </p:nvSpPr>
        <p:spPr>
          <a:xfrm>
            <a:off x="281161" y="297006"/>
            <a:ext cx="3419313" cy="6393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Google Shape;56;p15">
            <a:extLst>
              <a:ext uri="{FF2B5EF4-FFF2-40B4-BE49-F238E27FC236}">
                <a16:creationId xmlns:a16="http://schemas.microsoft.com/office/drawing/2014/main" id="{012E748B-7171-84B2-7512-2298C01A8943}"/>
              </a:ext>
            </a:extLst>
          </p:cNvPr>
          <p:cNvSpPr txBox="1"/>
          <p:nvPr/>
        </p:nvSpPr>
        <p:spPr>
          <a:xfrm>
            <a:off x="274564" y="2831934"/>
            <a:ext cx="4295420" cy="233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6000" b="1">
                <a:solidFill>
                  <a:srgbClr val="FFB174"/>
                </a:solidFill>
                <a:latin typeface="Fira Sans Extra Condensed"/>
                <a:sym typeface="Fira Sans Extra Condensed"/>
              </a:rPr>
              <a:t>Any questions?</a:t>
            </a:r>
            <a:endParaRPr lang="en" sz="6000" b="1">
              <a:solidFill>
                <a:srgbClr val="FFB174"/>
              </a:solidFill>
              <a:latin typeface="Fira Sans Extra Condensed"/>
            </a:endParaRPr>
          </a:p>
        </p:txBody>
      </p:sp>
      <p:grpSp>
        <p:nvGrpSpPr>
          <p:cNvPr id="4" name="Google Shape;58;p15">
            <a:extLst>
              <a:ext uri="{FF2B5EF4-FFF2-40B4-BE49-F238E27FC236}">
                <a16:creationId xmlns:a16="http://schemas.microsoft.com/office/drawing/2014/main" id="{0BE1EDD3-A649-8FA3-C54A-392D66B45CA6}"/>
              </a:ext>
            </a:extLst>
          </p:cNvPr>
          <p:cNvGrpSpPr/>
          <p:nvPr/>
        </p:nvGrpSpPr>
        <p:grpSpPr>
          <a:xfrm>
            <a:off x="417166" y="-667843"/>
            <a:ext cx="8398568" cy="4449594"/>
            <a:chOff x="3767841" y="510801"/>
            <a:chExt cx="7780054" cy="4121903"/>
          </a:xfrm>
        </p:grpSpPr>
        <p:sp>
          <p:nvSpPr>
            <p:cNvPr id="5" name="Google Shape;59;p15">
              <a:extLst>
                <a:ext uri="{FF2B5EF4-FFF2-40B4-BE49-F238E27FC236}">
                  <a16:creationId xmlns:a16="http://schemas.microsoft.com/office/drawing/2014/main" id="{C844330A-1A7E-6841-14CC-FD735938AC01}"/>
                </a:ext>
              </a:extLst>
            </p:cNvPr>
            <p:cNvSpPr/>
            <p:nvPr/>
          </p:nvSpPr>
          <p:spPr>
            <a:xfrm>
              <a:off x="3946089" y="2461849"/>
              <a:ext cx="57983" cy="143663"/>
            </a:xfrm>
            <a:custGeom>
              <a:avLst/>
              <a:gdLst/>
              <a:ahLst/>
              <a:cxnLst/>
              <a:rect l="l" t="t" r="r" b="b"/>
              <a:pathLst>
                <a:path w="2037" h="5047" extrusionOk="0">
                  <a:moveTo>
                    <a:pt x="1003" y="1"/>
                  </a:moveTo>
                  <a:cubicBezTo>
                    <a:pt x="456" y="1"/>
                    <a:pt x="0" y="426"/>
                    <a:pt x="0" y="1004"/>
                  </a:cubicBezTo>
                  <a:lnTo>
                    <a:pt x="0" y="4043"/>
                  </a:lnTo>
                  <a:cubicBezTo>
                    <a:pt x="0" y="4591"/>
                    <a:pt x="456" y="5047"/>
                    <a:pt x="1003" y="5047"/>
                  </a:cubicBezTo>
                  <a:cubicBezTo>
                    <a:pt x="1581" y="5047"/>
                    <a:pt x="2037" y="4591"/>
                    <a:pt x="2037" y="4043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rgbClr val="D98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0;p15">
              <a:extLst>
                <a:ext uri="{FF2B5EF4-FFF2-40B4-BE49-F238E27FC236}">
                  <a16:creationId xmlns:a16="http://schemas.microsoft.com/office/drawing/2014/main" id="{CF98AE61-8A8A-FBA5-B2EB-0F2986E3A22A}"/>
                </a:ext>
              </a:extLst>
            </p:cNvPr>
            <p:cNvSpPr/>
            <p:nvPr/>
          </p:nvSpPr>
          <p:spPr>
            <a:xfrm>
              <a:off x="5790734" y="3167867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1"/>
                  </a:moveTo>
                  <a:cubicBezTo>
                    <a:pt x="456" y="1"/>
                    <a:pt x="0" y="457"/>
                    <a:pt x="0" y="1004"/>
                  </a:cubicBezTo>
                  <a:lnTo>
                    <a:pt x="0" y="7204"/>
                  </a:lnTo>
                  <a:cubicBezTo>
                    <a:pt x="0" y="7752"/>
                    <a:pt x="456" y="8207"/>
                    <a:pt x="1034" y="8207"/>
                  </a:cubicBezTo>
                  <a:cubicBezTo>
                    <a:pt x="1581" y="8207"/>
                    <a:pt x="2037" y="7752"/>
                    <a:pt x="2037" y="7204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rgbClr val="2C9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1;p15">
              <a:extLst>
                <a:ext uri="{FF2B5EF4-FFF2-40B4-BE49-F238E27FC236}">
                  <a16:creationId xmlns:a16="http://schemas.microsoft.com/office/drawing/2014/main" id="{E7F56805-EA0F-75DA-A6AC-832819DE83B0}"/>
                </a:ext>
              </a:extLst>
            </p:cNvPr>
            <p:cNvSpPr/>
            <p:nvPr/>
          </p:nvSpPr>
          <p:spPr>
            <a:xfrm>
              <a:off x="5790734" y="2814872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34" y="0"/>
                  </a:moveTo>
                  <a:cubicBezTo>
                    <a:pt x="456" y="0"/>
                    <a:pt x="0" y="456"/>
                    <a:pt x="0" y="1034"/>
                  </a:cubicBezTo>
                  <a:lnTo>
                    <a:pt x="0" y="7204"/>
                  </a:lnTo>
                  <a:cubicBezTo>
                    <a:pt x="0" y="7782"/>
                    <a:pt x="456" y="8237"/>
                    <a:pt x="1034" y="8237"/>
                  </a:cubicBezTo>
                  <a:cubicBezTo>
                    <a:pt x="1581" y="8237"/>
                    <a:pt x="2037" y="7782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2;p15">
              <a:extLst>
                <a:ext uri="{FF2B5EF4-FFF2-40B4-BE49-F238E27FC236}">
                  <a16:creationId xmlns:a16="http://schemas.microsoft.com/office/drawing/2014/main" id="{A0CEB8B3-525B-E424-B470-32F96F1D25F8}"/>
                </a:ext>
              </a:extLst>
            </p:cNvPr>
            <p:cNvSpPr/>
            <p:nvPr/>
          </p:nvSpPr>
          <p:spPr>
            <a:xfrm>
              <a:off x="5790734" y="2462732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0"/>
                  </a:moveTo>
                  <a:cubicBezTo>
                    <a:pt x="456" y="0"/>
                    <a:pt x="0" y="456"/>
                    <a:pt x="0" y="1003"/>
                  </a:cubicBezTo>
                  <a:lnTo>
                    <a:pt x="0" y="7204"/>
                  </a:lnTo>
                  <a:cubicBezTo>
                    <a:pt x="0" y="7751"/>
                    <a:pt x="456" y="8207"/>
                    <a:pt x="103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3;p15">
              <a:extLst>
                <a:ext uri="{FF2B5EF4-FFF2-40B4-BE49-F238E27FC236}">
                  <a16:creationId xmlns:a16="http://schemas.microsoft.com/office/drawing/2014/main" id="{714E9C00-C907-DB99-5D72-4303355BE0AD}"/>
                </a:ext>
              </a:extLst>
            </p:cNvPr>
            <p:cNvSpPr/>
            <p:nvPr/>
          </p:nvSpPr>
          <p:spPr>
            <a:xfrm>
              <a:off x="5790734" y="2109709"/>
              <a:ext cx="57983" cy="234523"/>
            </a:xfrm>
            <a:custGeom>
              <a:avLst/>
              <a:gdLst/>
              <a:ahLst/>
              <a:cxnLst/>
              <a:rect l="l" t="t" r="r" b="b"/>
              <a:pathLst>
                <a:path w="2037" h="8239" extrusionOk="0">
                  <a:moveTo>
                    <a:pt x="1034" y="1"/>
                  </a:moveTo>
                  <a:cubicBezTo>
                    <a:pt x="456" y="1"/>
                    <a:pt x="0" y="457"/>
                    <a:pt x="0" y="1034"/>
                  </a:cubicBezTo>
                  <a:lnTo>
                    <a:pt x="0" y="7205"/>
                  </a:lnTo>
                  <a:cubicBezTo>
                    <a:pt x="0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4;p15">
              <a:extLst>
                <a:ext uri="{FF2B5EF4-FFF2-40B4-BE49-F238E27FC236}">
                  <a16:creationId xmlns:a16="http://schemas.microsoft.com/office/drawing/2014/main" id="{9A9D19F4-B4DC-2F81-047C-2D991E7BF1A0}"/>
                </a:ext>
              </a:extLst>
            </p:cNvPr>
            <p:cNvSpPr/>
            <p:nvPr/>
          </p:nvSpPr>
          <p:spPr>
            <a:xfrm>
              <a:off x="3946089" y="2108855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03" y="0"/>
                  </a:moveTo>
                  <a:cubicBezTo>
                    <a:pt x="456" y="0"/>
                    <a:pt x="0" y="456"/>
                    <a:pt x="0" y="1004"/>
                  </a:cubicBezTo>
                  <a:lnTo>
                    <a:pt x="0" y="7204"/>
                  </a:lnTo>
                  <a:cubicBezTo>
                    <a:pt x="0" y="7782"/>
                    <a:pt x="456" y="8238"/>
                    <a:pt x="1003" y="8238"/>
                  </a:cubicBezTo>
                  <a:cubicBezTo>
                    <a:pt x="1581" y="8238"/>
                    <a:pt x="2037" y="7782"/>
                    <a:pt x="2037" y="7204"/>
                  </a:cubicBezTo>
                  <a:lnTo>
                    <a:pt x="2037" y="1004"/>
                  </a:lnTo>
                  <a:cubicBezTo>
                    <a:pt x="2037" y="456"/>
                    <a:pt x="1581" y="0"/>
                    <a:pt x="1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5;p15">
              <a:extLst>
                <a:ext uri="{FF2B5EF4-FFF2-40B4-BE49-F238E27FC236}">
                  <a16:creationId xmlns:a16="http://schemas.microsoft.com/office/drawing/2014/main" id="{0DA0C329-FA01-D888-484D-E7C1203629C2}"/>
                </a:ext>
              </a:extLst>
            </p:cNvPr>
            <p:cNvSpPr/>
            <p:nvPr/>
          </p:nvSpPr>
          <p:spPr>
            <a:xfrm>
              <a:off x="5790734" y="1757568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1"/>
                  </a:moveTo>
                  <a:cubicBezTo>
                    <a:pt x="456" y="1"/>
                    <a:pt x="0" y="457"/>
                    <a:pt x="0" y="1004"/>
                  </a:cubicBezTo>
                  <a:lnTo>
                    <a:pt x="0" y="7205"/>
                  </a:lnTo>
                  <a:cubicBezTo>
                    <a:pt x="0" y="7752"/>
                    <a:pt x="456" y="8208"/>
                    <a:pt x="103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6;p15">
              <a:extLst>
                <a:ext uri="{FF2B5EF4-FFF2-40B4-BE49-F238E27FC236}">
                  <a16:creationId xmlns:a16="http://schemas.microsoft.com/office/drawing/2014/main" id="{D9210EF6-C287-0416-FF15-7EDF9121C75A}"/>
                </a:ext>
              </a:extLst>
            </p:cNvPr>
            <p:cNvSpPr/>
            <p:nvPr/>
          </p:nvSpPr>
          <p:spPr>
            <a:xfrm>
              <a:off x="3946089" y="1756714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03" y="0"/>
                  </a:moveTo>
                  <a:cubicBezTo>
                    <a:pt x="456" y="0"/>
                    <a:pt x="0" y="456"/>
                    <a:pt x="0" y="1004"/>
                  </a:cubicBezTo>
                  <a:lnTo>
                    <a:pt x="0" y="7204"/>
                  </a:lnTo>
                  <a:cubicBezTo>
                    <a:pt x="0" y="7751"/>
                    <a:pt x="456" y="8207"/>
                    <a:pt x="1003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4"/>
                  </a:lnTo>
                  <a:cubicBezTo>
                    <a:pt x="2037" y="456"/>
                    <a:pt x="1581" y="0"/>
                    <a:pt x="1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7;p15">
              <a:extLst>
                <a:ext uri="{FF2B5EF4-FFF2-40B4-BE49-F238E27FC236}">
                  <a16:creationId xmlns:a16="http://schemas.microsoft.com/office/drawing/2014/main" id="{DF0E5BB9-EF53-298B-152B-9949F51F03C2}"/>
                </a:ext>
              </a:extLst>
            </p:cNvPr>
            <p:cNvSpPr/>
            <p:nvPr/>
          </p:nvSpPr>
          <p:spPr>
            <a:xfrm>
              <a:off x="5786408" y="1405257"/>
              <a:ext cx="62310" cy="233812"/>
            </a:xfrm>
            <a:custGeom>
              <a:avLst/>
              <a:gdLst/>
              <a:ahLst/>
              <a:cxnLst/>
              <a:rect l="l" t="t" r="r" b="b"/>
              <a:pathLst>
                <a:path w="2189" h="8214" extrusionOk="0">
                  <a:moveTo>
                    <a:pt x="1059" y="1"/>
                  </a:moveTo>
                  <a:cubicBezTo>
                    <a:pt x="1021" y="1"/>
                    <a:pt x="982" y="3"/>
                    <a:pt x="942" y="7"/>
                  </a:cubicBezTo>
                  <a:cubicBezTo>
                    <a:pt x="395" y="37"/>
                    <a:pt x="0" y="554"/>
                    <a:pt x="30" y="1101"/>
                  </a:cubicBezTo>
                  <a:cubicBezTo>
                    <a:pt x="122" y="1952"/>
                    <a:pt x="152" y="2803"/>
                    <a:pt x="152" y="3654"/>
                  </a:cubicBezTo>
                  <a:lnTo>
                    <a:pt x="152" y="7180"/>
                  </a:lnTo>
                  <a:cubicBezTo>
                    <a:pt x="152" y="7758"/>
                    <a:pt x="608" y="8214"/>
                    <a:pt x="1186" y="8214"/>
                  </a:cubicBezTo>
                  <a:cubicBezTo>
                    <a:pt x="1733" y="8214"/>
                    <a:pt x="2189" y="7758"/>
                    <a:pt x="2189" y="7180"/>
                  </a:cubicBezTo>
                  <a:lnTo>
                    <a:pt x="2189" y="3654"/>
                  </a:lnTo>
                  <a:cubicBezTo>
                    <a:pt x="2189" y="2742"/>
                    <a:pt x="2158" y="1831"/>
                    <a:pt x="2067" y="919"/>
                  </a:cubicBezTo>
                  <a:cubicBezTo>
                    <a:pt x="2010" y="381"/>
                    <a:pt x="1584" y="1"/>
                    <a:pt x="1059" y="1"/>
                  </a:cubicBezTo>
                  <a:close/>
                </a:path>
              </a:pathLst>
            </a:custGeom>
            <a:solidFill>
              <a:srgbClr val="2C9C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8;p15">
              <a:extLst>
                <a:ext uri="{FF2B5EF4-FFF2-40B4-BE49-F238E27FC236}">
                  <a16:creationId xmlns:a16="http://schemas.microsoft.com/office/drawing/2014/main" id="{59E51F4C-35DE-D47E-0003-5325D437AE55}"/>
                </a:ext>
              </a:extLst>
            </p:cNvPr>
            <p:cNvSpPr/>
            <p:nvPr/>
          </p:nvSpPr>
          <p:spPr>
            <a:xfrm>
              <a:off x="3946089" y="1403663"/>
              <a:ext cx="62310" cy="234552"/>
            </a:xfrm>
            <a:custGeom>
              <a:avLst/>
              <a:gdLst/>
              <a:ahLst/>
              <a:cxnLst/>
              <a:rect l="l" t="t" r="r" b="b"/>
              <a:pathLst>
                <a:path w="2189" h="8240" extrusionOk="0">
                  <a:moveTo>
                    <a:pt x="1184" y="0"/>
                  </a:moveTo>
                  <a:cubicBezTo>
                    <a:pt x="635" y="0"/>
                    <a:pt x="181" y="387"/>
                    <a:pt x="122" y="914"/>
                  </a:cubicBezTo>
                  <a:cubicBezTo>
                    <a:pt x="31" y="1856"/>
                    <a:pt x="0" y="2798"/>
                    <a:pt x="0" y="3710"/>
                  </a:cubicBezTo>
                  <a:lnTo>
                    <a:pt x="0" y="7206"/>
                  </a:lnTo>
                  <a:cubicBezTo>
                    <a:pt x="0" y="7783"/>
                    <a:pt x="456" y="8239"/>
                    <a:pt x="1003" y="8239"/>
                  </a:cubicBezTo>
                  <a:cubicBezTo>
                    <a:pt x="1581" y="8239"/>
                    <a:pt x="2037" y="7783"/>
                    <a:pt x="2007" y="7206"/>
                  </a:cubicBezTo>
                  <a:lnTo>
                    <a:pt x="2007" y="3710"/>
                  </a:lnTo>
                  <a:cubicBezTo>
                    <a:pt x="2007" y="2859"/>
                    <a:pt x="2067" y="1978"/>
                    <a:pt x="2159" y="1127"/>
                  </a:cubicBezTo>
                  <a:cubicBezTo>
                    <a:pt x="2189" y="580"/>
                    <a:pt x="1794" y="63"/>
                    <a:pt x="1247" y="2"/>
                  </a:cubicBezTo>
                  <a:cubicBezTo>
                    <a:pt x="1226" y="1"/>
                    <a:pt x="1205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9;p15">
              <a:extLst>
                <a:ext uri="{FF2B5EF4-FFF2-40B4-BE49-F238E27FC236}">
                  <a16:creationId xmlns:a16="http://schemas.microsoft.com/office/drawing/2014/main" id="{0C40E3CB-C12A-D0F0-E05D-ED5CDBC3621D}"/>
                </a:ext>
              </a:extLst>
            </p:cNvPr>
            <p:cNvSpPr/>
            <p:nvPr/>
          </p:nvSpPr>
          <p:spPr>
            <a:xfrm>
              <a:off x="5674797" y="1072416"/>
              <a:ext cx="137571" cy="217985"/>
            </a:xfrm>
            <a:custGeom>
              <a:avLst/>
              <a:gdLst/>
              <a:ahLst/>
              <a:cxnLst/>
              <a:rect l="l" t="t" r="r" b="b"/>
              <a:pathLst>
                <a:path w="4833" h="7658" extrusionOk="0">
                  <a:moveTo>
                    <a:pt x="1165" y="1"/>
                  </a:moveTo>
                  <a:cubicBezTo>
                    <a:pt x="993" y="1"/>
                    <a:pt x="821" y="48"/>
                    <a:pt x="669" y="150"/>
                  </a:cubicBezTo>
                  <a:cubicBezTo>
                    <a:pt x="182" y="423"/>
                    <a:pt x="0" y="1031"/>
                    <a:pt x="304" y="1517"/>
                  </a:cubicBezTo>
                  <a:cubicBezTo>
                    <a:pt x="1307" y="3250"/>
                    <a:pt x="2128" y="5074"/>
                    <a:pt x="2736" y="6958"/>
                  </a:cubicBezTo>
                  <a:cubicBezTo>
                    <a:pt x="2888" y="7384"/>
                    <a:pt x="3283" y="7657"/>
                    <a:pt x="3708" y="7657"/>
                  </a:cubicBezTo>
                  <a:cubicBezTo>
                    <a:pt x="3799" y="7657"/>
                    <a:pt x="3921" y="7657"/>
                    <a:pt x="4012" y="7596"/>
                  </a:cubicBezTo>
                  <a:cubicBezTo>
                    <a:pt x="4559" y="7445"/>
                    <a:pt x="4833" y="6867"/>
                    <a:pt x="4681" y="6320"/>
                  </a:cubicBezTo>
                  <a:cubicBezTo>
                    <a:pt x="4012" y="4314"/>
                    <a:pt x="3131" y="2368"/>
                    <a:pt x="2037" y="514"/>
                  </a:cubicBezTo>
                  <a:cubicBezTo>
                    <a:pt x="1854" y="190"/>
                    <a:pt x="1510" y="1"/>
                    <a:pt x="11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0;p15">
              <a:extLst>
                <a:ext uri="{FF2B5EF4-FFF2-40B4-BE49-F238E27FC236}">
                  <a16:creationId xmlns:a16="http://schemas.microsoft.com/office/drawing/2014/main" id="{356A8FFA-518B-CBD1-F70E-75F13F29CDF5}"/>
                </a:ext>
              </a:extLst>
            </p:cNvPr>
            <p:cNvSpPr/>
            <p:nvPr/>
          </p:nvSpPr>
          <p:spPr>
            <a:xfrm>
              <a:off x="3982438" y="1071562"/>
              <a:ext cx="137571" cy="217957"/>
            </a:xfrm>
            <a:custGeom>
              <a:avLst/>
              <a:gdLst/>
              <a:ahLst/>
              <a:cxnLst/>
              <a:rect l="l" t="t" r="r" b="b"/>
              <a:pathLst>
                <a:path w="4833" h="7657" extrusionOk="0">
                  <a:moveTo>
                    <a:pt x="3684" y="1"/>
                  </a:moveTo>
                  <a:cubicBezTo>
                    <a:pt x="3337" y="1"/>
                    <a:pt x="2999" y="190"/>
                    <a:pt x="2796" y="514"/>
                  </a:cubicBezTo>
                  <a:cubicBezTo>
                    <a:pt x="1733" y="2368"/>
                    <a:pt x="821" y="4313"/>
                    <a:pt x="182" y="6319"/>
                  </a:cubicBezTo>
                  <a:cubicBezTo>
                    <a:pt x="0" y="6867"/>
                    <a:pt x="274" y="7444"/>
                    <a:pt x="821" y="7596"/>
                  </a:cubicBezTo>
                  <a:cubicBezTo>
                    <a:pt x="912" y="7657"/>
                    <a:pt x="1033" y="7657"/>
                    <a:pt x="1125" y="7657"/>
                  </a:cubicBezTo>
                  <a:cubicBezTo>
                    <a:pt x="1550" y="7657"/>
                    <a:pt x="1945" y="7383"/>
                    <a:pt x="2097" y="6958"/>
                  </a:cubicBezTo>
                  <a:cubicBezTo>
                    <a:pt x="2705" y="5073"/>
                    <a:pt x="3526" y="3250"/>
                    <a:pt x="4559" y="1517"/>
                  </a:cubicBezTo>
                  <a:cubicBezTo>
                    <a:pt x="4833" y="1031"/>
                    <a:pt x="4681" y="423"/>
                    <a:pt x="4195" y="149"/>
                  </a:cubicBezTo>
                  <a:cubicBezTo>
                    <a:pt x="4033" y="48"/>
                    <a:pt x="3857" y="1"/>
                    <a:pt x="3684" y="1"/>
                  </a:cubicBezTo>
                  <a:close/>
                </a:path>
              </a:pathLst>
            </a:custGeom>
            <a:solidFill>
              <a:srgbClr val="D98A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1;p15">
              <a:extLst>
                <a:ext uri="{FF2B5EF4-FFF2-40B4-BE49-F238E27FC236}">
                  <a16:creationId xmlns:a16="http://schemas.microsoft.com/office/drawing/2014/main" id="{86E43C1C-45D3-0EF2-708F-E2E2EAB75380}"/>
                </a:ext>
              </a:extLst>
            </p:cNvPr>
            <p:cNvSpPr/>
            <p:nvPr/>
          </p:nvSpPr>
          <p:spPr>
            <a:xfrm>
              <a:off x="5441184" y="812246"/>
              <a:ext cx="194701" cy="176198"/>
            </a:xfrm>
            <a:custGeom>
              <a:avLst/>
              <a:gdLst/>
              <a:ahLst/>
              <a:cxnLst/>
              <a:rect l="l" t="t" r="r" b="b"/>
              <a:pathLst>
                <a:path w="6840" h="6190" extrusionOk="0">
                  <a:moveTo>
                    <a:pt x="1152" y="0"/>
                  </a:moveTo>
                  <a:cubicBezTo>
                    <a:pt x="841" y="0"/>
                    <a:pt x="534" y="143"/>
                    <a:pt x="335" y="414"/>
                  </a:cubicBezTo>
                  <a:cubicBezTo>
                    <a:pt x="0" y="840"/>
                    <a:pt x="91" y="1478"/>
                    <a:pt x="547" y="1812"/>
                  </a:cubicBezTo>
                  <a:cubicBezTo>
                    <a:pt x="2158" y="3028"/>
                    <a:pt x="3648" y="4396"/>
                    <a:pt x="4955" y="5855"/>
                  </a:cubicBezTo>
                  <a:cubicBezTo>
                    <a:pt x="5167" y="6068"/>
                    <a:pt x="5441" y="6189"/>
                    <a:pt x="5715" y="6189"/>
                  </a:cubicBezTo>
                  <a:cubicBezTo>
                    <a:pt x="5958" y="6189"/>
                    <a:pt x="6201" y="6098"/>
                    <a:pt x="6414" y="5916"/>
                  </a:cubicBezTo>
                  <a:cubicBezTo>
                    <a:pt x="6809" y="5551"/>
                    <a:pt x="6839" y="4913"/>
                    <a:pt x="6474" y="4487"/>
                  </a:cubicBezTo>
                  <a:cubicBezTo>
                    <a:pt x="5046" y="2937"/>
                    <a:pt x="3465" y="1478"/>
                    <a:pt x="1763" y="201"/>
                  </a:cubicBezTo>
                  <a:cubicBezTo>
                    <a:pt x="1579" y="66"/>
                    <a:pt x="1364" y="0"/>
                    <a:pt x="11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2;p15">
              <a:extLst>
                <a:ext uri="{FF2B5EF4-FFF2-40B4-BE49-F238E27FC236}">
                  <a16:creationId xmlns:a16="http://schemas.microsoft.com/office/drawing/2014/main" id="{A0388AB8-8549-524F-A404-B7C14D1171D9}"/>
                </a:ext>
              </a:extLst>
            </p:cNvPr>
            <p:cNvSpPr/>
            <p:nvPr/>
          </p:nvSpPr>
          <p:spPr>
            <a:xfrm>
              <a:off x="4158921" y="811392"/>
              <a:ext cx="195583" cy="176170"/>
            </a:xfrm>
            <a:custGeom>
              <a:avLst/>
              <a:gdLst/>
              <a:ahLst/>
              <a:cxnLst/>
              <a:rect l="l" t="t" r="r" b="b"/>
              <a:pathLst>
                <a:path w="6871" h="6189" extrusionOk="0">
                  <a:moveTo>
                    <a:pt x="5718" y="0"/>
                  </a:moveTo>
                  <a:cubicBezTo>
                    <a:pt x="5506" y="0"/>
                    <a:pt x="5292" y="66"/>
                    <a:pt x="5107" y="201"/>
                  </a:cubicBezTo>
                  <a:cubicBezTo>
                    <a:pt x="3405" y="1478"/>
                    <a:pt x="1794" y="2936"/>
                    <a:pt x="396" y="4487"/>
                  </a:cubicBezTo>
                  <a:cubicBezTo>
                    <a:pt x="1" y="4912"/>
                    <a:pt x="62" y="5551"/>
                    <a:pt x="457" y="5915"/>
                  </a:cubicBezTo>
                  <a:cubicBezTo>
                    <a:pt x="669" y="6098"/>
                    <a:pt x="913" y="6189"/>
                    <a:pt x="1156" y="6189"/>
                  </a:cubicBezTo>
                  <a:cubicBezTo>
                    <a:pt x="1429" y="6189"/>
                    <a:pt x="1703" y="6067"/>
                    <a:pt x="1885" y="5854"/>
                  </a:cubicBezTo>
                  <a:cubicBezTo>
                    <a:pt x="3223" y="4395"/>
                    <a:pt x="4712" y="3028"/>
                    <a:pt x="6323" y="1842"/>
                  </a:cubicBezTo>
                  <a:cubicBezTo>
                    <a:pt x="6779" y="1508"/>
                    <a:pt x="6870" y="870"/>
                    <a:pt x="6536" y="414"/>
                  </a:cubicBezTo>
                  <a:cubicBezTo>
                    <a:pt x="6337" y="142"/>
                    <a:pt x="6030" y="0"/>
                    <a:pt x="57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;p15">
              <a:extLst>
                <a:ext uri="{FF2B5EF4-FFF2-40B4-BE49-F238E27FC236}">
                  <a16:creationId xmlns:a16="http://schemas.microsoft.com/office/drawing/2014/main" id="{B83EA873-B355-EE4D-A354-3777F24C2914}"/>
                </a:ext>
              </a:extLst>
            </p:cNvPr>
            <p:cNvSpPr/>
            <p:nvPr/>
          </p:nvSpPr>
          <p:spPr>
            <a:xfrm>
              <a:off x="5127101" y="657709"/>
              <a:ext cx="229314" cy="120492"/>
            </a:xfrm>
            <a:custGeom>
              <a:avLst/>
              <a:gdLst/>
              <a:ahLst/>
              <a:cxnLst/>
              <a:rect l="l" t="t" r="r" b="b"/>
              <a:pathLst>
                <a:path w="8056" h="4233" extrusionOk="0">
                  <a:moveTo>
                    <a:pt x="1132" y="1"/>
                  </a:moveTo>
                  <a:cubicBezTo>
                    <a:pt x="683" y="1"/>
                    <a:pt x="280" y="309"/>
                    <a:pt x="153" y="767"/>
                  </a:cubicBezTo>
                  <a:cubicBezTo>
                    <a:pt x="1" y="1284"/>
                    <a:pt x="305" y="1861"/>
                    <a:pt x="852" y="2013"/>
                  </a:cubicBezTo>
                  <a:cubicBezTo>
                    <a:pt x="2797" y="2530"/>
                    <a:pt x="4681" y="3259"/>
                    <a:pt x="6475" y="4141"/>
                  </a:cubicBezTo>
                  <a:cubicBezTo>
                    <a:pt x="6596" y="4202"/>
                    <a:pt x="6748" y="4232"/>
                    <a:pt x="6900" y="4232"/>
                  </a:cubicBezTo>
                  <a:cubicBezTo>
                    <a:pt x="7265" y="4232"/>
                    <a:pt x="7630" y="4019"/>
                    <a:pt x="7812" y="3655"/>
                  </a:cubicBezTo>
                  <a:cubicBezTo>
                    <a:pt x="8055" y="3168"/>
                    <a:pt x="7843" y="2560"/>
                    <a:pt x="7356" y="2317"/>
                  </a:cubicBezTo>
                  <a:cubicBezTo>
                    <a:pt x="5441" y="1375"/>
                    <a:pt x="3435" y="615"/>
                    <a:pt x="1399" y="38"/>
                  </a:cubicBezTo>
                  <a:cubicBezTo>
                    <a:pt x="1309" y="13"/>
                    <a:pt x="1220" y="1"/>
                    <a:pt x="11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30EFB8D8-F1BE-3264-5245-61D5C0C4AF09}"/>
                </a:ext>
              </a:extLst>
            </p:cNvPr>
            <p:cNvSpPr/>
            <p:nvPr/>
          </p:nvSpPr>
          <p:spPr>
            <a:xfrm>
              <a:off x="4439245" y="657709"/>
              <a:ext cx="229314" cy="119610"/>
            </a:xfrm>
            <a:custGeom>
              <a:avLst/>
              <a:gdLst/>
              <a:ahLst/>
              <a:cxnLst/>
              <a:rect l="l" t="t" r="r" b="b"/>
              <a:pathLst>
                <a:path w="8056" h="4202" extrusionOk="0">
                  <a:moveTo>
                    <a:pt x="6926" y="1"/>
                  </a:moveTo>
                  <a:cubicBezTo>
                    <a:pt x="6838" y="1"/>
                    <a:pt x="6748" y="12"/>
                    <a:pt x="6658" y="38"/>
                  </a:cubicBezTo>
                  <a:cubicBezTo>
                    <a:pt x="4621" y="615"/>
                    <a:pt x="2615" y="1375"/>
                    <a:pt x="700" y="2287"/>
                  </a:cubicBezTo>
                  <a:cubicBezTo>
                    <a:pt x="214" y="2530"/>
                    <a:pt x="1" y="3138"/>
                    <a:pt x="244" y="3655"/>
                  </a:cubicBezTo>
                  <a:cubicBezTo>
                    <a:pt x="427" y="4019"/>
                    <a:pt x="761" y="4202"/>
                    <a:pt x="1156" y="4202"/>
                  </a:cubicBezTo>
                  <a:cubicBezTo>
                    <a:pt x="1308" y="4202"/>
                    <a:pt x="1460" y="4171"/>
                    <a:pt x="1582" y="4111"/>
                  </a:cubicBezTo>
                  <a:cubicBezTo>
                    <a:pt x="3375" y="3229"/>
                    <a:pt x="5259" y="2530"/>
                    <a:pt x="7205" y="1983"/>
                  </a:cubicBezTo>
                  <a:cubicBezTo>
                    <a:pt x="7752" y="1831"/>
                    <a:pt x="8056" y="1284"/>
                    <a:pt x="7904" y="737"/>
                  </a:cubicBezTo>
                  <a:cubicBezTo>
                    <a:pt x="7777" y="305"/>
                    <a:pt x="7374" y="1"/>
                    <a:pt x="69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5;p15">
              <a:extLst>
                <a:ext uri="{FF2B5EF4-FFF2-40B4-BE49-F238E27FC236}">
                  <a16:creationId xmlns:a16="http://schemas.microsoft.com/office/drawing/2014/main" id="{5EB0A174-655B-20E2-6450-8DD9D66E6B1A}"/>
                </a:ext>
              </a:extLst>
            </p:cNvPr>
            <p:cNvSpPr/>
            <p:nvPr/>
          </p:nvSpPr>
          <p:spPr>
            <a:xfrm>
              <a:off x="4780142" y="622868"/>
              <a:ext cx="236231" cy="61883"/>
            </a:xfrm>
            <a:custGeom>
              <a:avLst/>
              <a:gdLst/>
              <a:ahLst/>
              <a:cxnLst/>
              <a:rect l="l" t="t" r="r" b="b"/>
              <a:pathLst>
                <a:path w="8299" h="2174" extrusionOk="0">
                  <a:moveTo>
                    <a:pt x="4146" y="0"/>
                  </a:moveTo>
                  <a:cubicBezTo>
                    <a:pt x="3078" y="0"/>
                    <a:pt x="2007" y="46"/>
                    <a:pt x="943" y="137"/>
                  </a:cubicBezTo>
                  <a:cubicBezTo>
                    <a:pt x="396" y="167"/>
                    <a:pt x="1" y="684"/>
                    <a:pt x="31" y="1231"/>
                  </a:cubicBezTo>
                  <a:cubicBezTo>
                    <a:pt x="88" y="1743"/>
                    <a:pt x="518" y="2149"/>
                    <a:pt x="1021" y="2149"/>
                  </a:cubicBezTo>
                  <a:cubicBezTo>
                    <a:pt x="1056" y="2149"/>
                    <a:pt x="1090" y="2147"/>
                    <a:pt x="1126" y="2143"/>
                  </a:cubicBezTo>
                  <a:cubicBezTo>
                    <a:pt x="2129" y="2067"/>
                    <a:pt x="3139" y="2029"/>
                    <a:pt x="4146" y="2029"/>
                  </a:cubicBezTo>
                  <a:cubicBezTo>
                    <a:pt x="5153" y="2029"/>
                    <a:pt x="6156" y="2067"/>
                    <a:pt x="7144" y="2143"/>
                  </a:cubicBezTo>
                  <a:cubicBezTo>
                    <a:pt x="7174" y="2173"/>
                    <a:pt x="7205" y="2173"/>
                    <a:pt x="7235" y="2173"/>
                  </a:cubicBezTo>
                  <a:cubicBezTo>
                    <a:pt x="7752" y="2173"/>
                    <a:pt x="8177" y="1778"/>
                    <a:pt x="8238" y="1231"/>
                  </a:cubicBezTo>
                  <a:cubicBezTo>
                    <a:pt x="8299" y="684"/>
                    <a:pt x="7873" y="198"/>
                    <a:pt x="7326" y="137"/>
                  </a:cubicBezTo>
                  <a:cubicBezTo>
                    <a:pt x="6278" y="46"/>
                    <a:pt x="5214" y="0"/>
                    <a:pt x="41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6;p15">
              <a:extLst>
                <a:ext uri="{FF2B5EF4-FFF2-40B4-BE49-F238E27FC236}">
                  <a16:creationId xmlns:a16="http://schemas.microsoft.com/office/drawing/2014/main" id="{DCD8A302-CAB1-2B74-EDC8-576EC40D5028}"/>
                </a:ext>
              </a:extLst>
            </p:cNvPr>
            <p:cNvSpPr/>
            <p:nvPr/>
          </p:nvSpPr>
          <p:spPr>
            <a:xfrm>
              <a:off x="7637942" y="1480718"/>
              <a:ext cx="58012" cy="144517"/>
            </a:xfrm>
            <a:custGeom>
              <a:avLst/>
              <a:gdLst/>
              <a:ahLst/>
              <a:cxnLst/>
              <a:rect l="l" t="t" r="r" b="b"/>
              <a:pathLst>
                <a:path w="2038" h="507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4043"/>
                  </a:lnTo>
                  <a:cubicBezTo>
                    <a:pt x="1" y="4620"/>
                    <a:pt x="457" y="5076"/>
                    <a:pt x="1004" y="5076"/>
                  </a:cubicBezTo>
                  <a:cubicBezTo>
                    <a:pt x="1581" y="5076"/>
                    <a:pt x="2037" y="4620"/>
                    <a:pt x="2037" y="4043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7;p15">
              <a:extLst>
                <a:ext uri="{FF2B5EF4-FFF2-40B4-BE49-F238E27FC236}">
                  <a16:creationId xmlns:a16="http://schemas.microsoft.com/office/drawing/2014/main" id="{765B75FE-AD84-3C41-BFC8-C5C7B2EC0272}"/>
                </a:ext>
              </a:extLst>
            </p:cNvPr>
            <p:cNvSpPr/>
            <p:nvPr/>
          </p:nvSpPr>
          <p:spPr>
            <a:xfrm>
              <a:off x="6635177" y="4461203"/>
              <a:ext cx="236231" cy="62481"/>
            </a:xfrm>
            <a:custGeom>
              <a:avLst/>
              <a:gdLst/>
              <a:ahLst/>
              <a:cxnLst/>
              <a:rect l="l" t="t" r="r" b="b"/>
              <a:pathLst>
                <a:path w="8299" h="2195" extrusionOk="0">
                  <a:moveTo>
                    <a:pt x="7223" y="0"/>
                  </a:moveTo>
                  <a:cubicBezTo>
                    <a:pt x="7186" y="0"/>
                    <a:pt x="7150" y="2"/>
                    <a:pt x="7113" y="6"/>
                  </a:cubicBezTo>
                  <a:cubicBezTo>
                    <a:pt x="5991" y="110"/>
                    <a:pt x="4860" y="164"/>
                    <a:pt x="3724" y="164"/>
                  </a:cubicBezTo>
                  <a:cubicBezTo>
                    <a:pt x="2859" y="164"/>
                    <a:pt x="1992" y="133"/>
                    <a:pt x="1125" y="67"/>
                  </a:cubicBezTo>
                  <a:cubicBezTo>
                    <a:pt x="1090" y="63"/>
                    <a:pt x="1055" y="61"/>
                    <a:pt x="1021" y="61"/>
                  </a:cubicBezTo>
                  <a:cubicBezTo>
                    <a:pt x="517" y="61"/>
                    <a:pt x="88" y="467"/>
                    <a:pt x="31" y="979"/>
                  </a:cubicBezTo>
                  <a:cubicBezTo>
                    <a:pt x="0" y="1556"/>
                    <a:pt x="395" y="2043"/>
                    <a:pt x="973" y="2073"/>
                  </a:cubicBezTo>
                  <a:cubicBezTo>
                    <a:pt x="1915" y="2164"/>
                    <a:pt x="2888" y="2195"/>
                    <a:pt x="3830" y="2195"/>
                  </a:cubicBezTo>
                  <a:cubicBezTo>
                    <a:pt x="4985" y="2195"/>
                    <a:pt x="6171" y="2134"/>
                    <a:pt x="7326" y="2043"/>
                  </a:cubicBezTo>
                  <a:cubicBezTo>
                    <a:pt x="7873" y="1982"/>
                    <a:pt x="8298" y="1465"/>
                    <a:pt x="8238" y="918"/>
                  </a:cubicBezTo>
                  <a:cubicBezTo>
                    <a:pt x="8181" y="406"/>
                    <a:pt x="7751" y="0"/>
                    <a:pt x="7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8;p15">
              <a:extLst>
                <a:ext uri="{FF2B5EF4-FFF2-40B4-BE49-F238E27FC236}">
                  <a16:creationId xmlns:a16="http://schemas.microsoft.com/office/drawing/2014/main" id="{49FB499C-5EA2-2EB0-9248-24CCD380C6E8}"/>
                </a:ext>
              </a:extLst>
            </p:cNvPr>
            <p:cNvSpPr/>
            <p:nvPr/>
          </p:nvSpPr>
          <p:spPr>
            <a:xfrm>
              <a:off x="6294280" y="4372819"/>
              <a:ext cx="229314" cy="117987"/>
            </a:xfrm>
            <a:custGeom>
              <a:avLst/>
              <a:gdLst/>
              <a:ahLst/>
              <a:cxnLst/>
              <a:rect l="l" t="t" r="r" b="b"/>
              <a:pathLst>
                <a:path w="8056" h="4145" extrusionOk="0">
                  <a:moveTo>
                    <a:pt x="1150" y="1"/>
                  </a:moveTo>
                  <a:cubicBezTo>
                    <a:pt x="780" y="1"/>
                    <a:pt x="418" y="209"/>
                    <a:pt x="244" y="558"/>
                  </a:cubicBezTo>
                  <a:cubicBezTo>
                    <a:pt x="0" y="1075"/>
                    <a:pt x="213" y="1682"/>
                    <a:pt x="699" y="1926"/>
                  </a:cubicBezTo>
                  <a:cubicBezTo>
                    <a:pt x="2614" y="2838"/>
                    <a:pt x="4621" y="3567"/>
                    <a:pt x="6687" y="4114"/>
                  </a:cubicBezTo>
                  <a:cubicBezTo>
                    <a:pt x="6779" y="4145"/>
                    <a:pt x="6870" y="4145"/>
                    <a:pt x="6931" y="4145"/>
                  </a:cubicBezTo>
                  <a:cubicBezTo>
                    <a:pt x="7387" y="4145"/>
                    <a:pt x="7812" y="3841"/>
                    <a:pt x="7934" y="3385"/>
                  </a:cubicBezTo>
                  <a:cubicBezTo>
                    <a:pt x="8055" y="2838"/>
                    <a:pt x="7751" y="2290"/>
                    <a:pt x="7204" y="2138"/>
                  </a:cubicBezTo>
                  <a:cubicBezTo>
                    <a:pt x="5259" y="1652"/>
                    <a:pt x="3374" y="953"/>
                    <a:pt x="1581" y="102"/>
                  </a:cubicBezTo>
                  <a:cubicBezTo>
                    <a:pt x="1443" y="33"/>
                    <a:pt x="1296" y="1"/>
                    <a:pt x="11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9;p15">
              <a:extLst>
                <a:ext uri="{FF2B5EF4-FFF2-40B4-BE49-F238E27FC236}">
                  <a16:creationId xmlns:a16="http://schemas.microsoft.com/office/drawing/2014/main" id="{DCB348EE-1402-FC44-76CE-1425F61721FB}"/>
                </a:ext>
              </a:extLst>
            </p:cNvPr>
            <p:cNvSpPr/>
            <p:nvPr/>
          </p:nvSpPr>
          <p:spPr>
            <a:xfrm>
              <a:off x="6981255" y="4365048"/>
              <a:ext cx="228460" cy="121432"/>
            </a:xfrm>
            <a:custGeom>
              <a:avLst/>
              <a:gdLst/>
              <a:ahLst/>
              <a:cxnLst/>
              <a:rect l="l" t="t" r="r" b="b"/>
              <a:pathLst>
                <a:path w="8026" h="4266" extrusionOk="0">
                  <a:moveTo>
                    <a:pt x="6864" y="0"/>
                  </a:moveTo>
                  <a:cubicBezTo>
                    <a:pt x="6713" y="0"/>
                    <a:pt x="6560" y="33"/>
                    <a:pt x="6414" y="101"/>
                  </a:cubicBezTo>
                  <a:cubicBezTo>
                    <a:pt x="4651" y="983"/>
                    <a:pt x="2767" y="1712"/>
                    <a:pt x="852" y="2259"/>
                  </a:cubicBezTo>
                  <a:cubicBezTo>
                    <a:pt x="305" y="2411"/>
                    <a:pt x="1" y="2989"/>
                    <a:pt x="153" y="3536"/>
                  </a:cubicBezTo>
                  <a:cubicBezTo>
                    <a:pt x="274" y="3962"/>
                    <a:pt x="700" y="4266"/>
                    <a:pt x="1125" y="4266"/>
                  </a:cubicBezTo>
                  <a:cubicBezTo>
                    <a:pt x="1216" y="4266"/>
                    <a:pt x="1308" y="4235"/>
                    <a:pt x="1399" y="4235"/>
                  </a:cubicBezTo>
                  <a:cubicBezTo>
                    <a:pt x="3435" y="3627"/>
                    <a:pt x="5441" y="2867"/>
                    <a:pt x="7326" y="1925"/>
                  </a:cubicBezTo>
                  <a:cubicBezTo>
                    <a:pt x="7843" y="1682"/>
                    <a:pt x="8025" y="1074"/>
                    <a:pt x="7782" y="557"/>
                  </a:cubicBezTo>
                  <a:cubicBezTo>
                    <a:pt x="7607" y="208"/>
                    <a:pt x="7245" y="0"/>
                    <a:pt x="6864" y="0"/>
                  </a:cubicBezTo>
                  <a:close/>
                </a:path>
              </a:pathLst>
            </a:custGeom>
            <a:solidFill>
              <a:srgbClr val="76B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0;p15">
              <a:extLst>
                <a:ext uri="{FF2B5EF4-FFF2-40B4-BE49-F238E27FC236}">
                  <a16:creationId xmlns:a16="http://schemas.microsoft.com/office/drawing/2014/main" id="{CEB166D3-2B14-3202-4A94-E091FA2745BA}"/>
                </a:ext>
              </a:extLst>
            </p:cNvPr>
            <p:cNvSpPr/>
            <p:nvPr/>
          </p:nvSpPr>
          <p:spPr>
            <a:xfrm>
              <a:off x="6013075" y="4165651"/>
              <a:ext cx="195583" cy="174604"/>
            </a:xfrm>
            <a:custGeom>
              <a:avLst/>
              <a:gdLst/>
              <a:ahLst/>
              <a:cxnLst/>
              <a:rect l="l" t="t" r="r" b="b"/>
              <a:pathLst>
                <a:path w="6871" h="6134" extrusionOk="0">
                  <a:moveTo>
                    <a:pt x="1134" y="1"/>
                  </a:moveTo>
                  <a:cubicBezTo>
                    <a:pt x="885" y="1"/>
                    <a:pt x="631" y="92"/>
                    <a:pt x="426" y="267"/>
                  </a:cubicBezTo>
                  <a:cubicBezTo>
                    <a:pt x="31" y="662"/>
                    <a:pt x="1" y="1301"/>
                    <a:pt x="366" y="1696"/>
                  </a:cubicBezTo>
                  <a:cubicBezTo>
                    <a:pt x="1794" y="3246"/>
                    <a:pt x="3405" y="4675"/>
                    <a:pt x="5138" y="5951"/>
                  </a:cubicBezTo>
                  <a:cubicBezTo>
                    <a:pt x="5320" y="6073"/>
                    <a:pt x="5502" y="6134"/>
                    <a:pt x="5715" y="6134"/>
                  </a:cubicBezTo>
                  <a:cubicBezTo>
                    <a:pt x="6050" y="6134"/>
                    <a:pt x="6353" y="5982"/>
                    <a:pt x="6536" y="5708"/>
                  </a:cubicBezTo>
                  <a:cubicBezTo>
                    <a:pt x="6870" y="5252"/>
                    <a:pt x="6779" y="4644"/>
                    <a:pt x="6323" y="4310"/>
                  </a:cubicBezTo>
                  <a:cubicBezTo>
                    <a:pt x="4712" y="3125"/>
                    <a:pt x="3192" y="1787"/>
                    <a:pt x="1855" y="328"/>
                  </a:cubicBezTo>
                  <a:cubicBezTo>
                    <a:pt x="1665" y="107"/>
                    <a:pt x="1402" y="1"/>
                    <a:pt x="1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1;p15">
              <a:extLst>
                <a:ext uri="{FF2B5EF4-FFF2-40B4-BE49-F238E27FC236}">
                  <a16:creationId xmlns:a16="http://schemas.microsoft.com/office/drawing/2014/main" id="{0B792F19-A26B-B004-A52D-D55E359A53B6}"/>
                </a:ext>
              </a:extLst>
            </p:cNvPr>
            <p:cNvSpPr/>
            <p:nvPr/>
          </p:nvSpPr>
          <p:spPr>
            <a:xfrm>
              <a:off x="7293601" y="4153069"/>
              <a:ext cx="193847" cy="176796"/>
            </a:xfrm>
            <a:custGeom>
              <a:avLst/>
              <a:gdLst/>
              <a:ahLst/>
              <a:cxnLst/>
              <a:rect l="l" t="t" r="r" b="b"/>
              <a:pathLst>
                <a:path w="6810" h="6211" extrusionOk="0">
                  <a:moveTo>
                    <a:pt x="5676" y="1"/>
                  </a:moveTo>
                  <a:cubicBezTo>
                    <a:pt x="5397" y="1"/>
                    <a:pt x="5121" y="115"/>
                    <a:pt x="4925" y="345"/>
                  </a:cubicBezTo>
                  <a:cubicBezTo>
                    <a:pt x="3617" y="1834"/>
                    <a:pt x="2128" y="3202"/>
                    <a:pt x="548" y="4418"/>
                  </a:cubicBezTo>
                  <a:cubicBezTo>
                    <a:pt x="92" y="4752"/>
                    <a:pt x="0" y="5390"/>
                    <a:pt x="335" y="5816"/>
                  </a:cubicBezTo>
                  <a:cubicBezTo>
                    <a:pt x="548" y="6089"/>
                    <a:pt x="851" y="6211"/>
                    <a:pt x="1155" y="6211"/>
                  </a:cubicBezTo>
                  <a:cubicBezTo>
                    <a:pt x="1368" y="6211"/>
                    <a:pt x="1581" y="6150"/>
                    <a:pt x="1763" y="6029"/>
                  </a:cubicBezTo>
                  <a:cubicBezTo>
                    <a:pt x="3466" y="4722"/>
                    <a:pt x="5046" y="3263"/>
                    <a:pt x="6444" y="1682"/>
                  </a:cubicBezTo>
                  <a:cubicBezTo>
                    <a:pt x="6809" y="1287"/>
                    <a:pt x="6779" y="649"/>
                    <a:pt x="6353" y="253"/>
                  </a:cubicBezTo>
                  <a:cubicBezTo>
                    <a:pt x="6157" y="85"/>
                    <a:pt x="5915" y="1"/>
                    <a:pt x="56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2;p15">
              <a:extLst>
                <a:ext uri="{FF2B5EF4-FFF2-40B4-BE49-F238E27FC236}">
                  <a16:creationId xmlns:a16="http://schemas.microsoft.com/office/drawing/2014/main" id="{00260111-C612-9A8A-684D-A2399E31B5F3}"/>
                </a:ext>
              </a:extLst>
            </p:cNvPr>
            <p:cNvSpPr/>
            <p:nvPr/>
          </p:nvSpPr>
          <p:spPr>
            <a:xfrm>
              <a:off x="5832265" y="3866227"/>
              <a:ext cx="140190" cy="217074"/>
            </a:xfrm>
            <a:custGeom>
              <a:avLst/>
              <a:gdLst/>
              <a:ahLst/>
              <a:cxnLst/>
              <a:rect l="l" t="t" r="r" b="b"/>
              <a:pathLst>
                <a:path w="4925" h="7626" extrusionOk="0">
                  <a:moveTo>
                    <a:pt x="1148" y="0"/>
                  </a:moveTo>
                  <a:cubicBezTo>
                    <a:pt x="1039" y="0"/>
                    <a:pt x="929" y="19"/>
                    <a:pt x="821" y="57"/>
                  </a:cubicBezTo>
                  <a:cubicBezTo>
                    <a:pt x="304" y="239"/>
                    <a:pt x="0" y="817"/>
                    <a:pt x="182" y="1364"/>
                  </a:cubicBezTo>
                  <a:cubicBezTo>
                    <a:pt x="882" y="3339"/>
                    <a:pt x="1793" y="5285"/>
                    <a:pt x="2888" y="7139"/>
                  </a:cubicBezTo>
                  <a:cubicBezTo>
                    <a:pt x="3070" y="7443"/>
                    <a:pt x="3404" y="7625"/>
                    <a:pt x="3769" y="7625"/>
                  </a:cubicBezTo>
                  <a:cubicBezTo>
                    <a:pt x="3951" y="7625"/>
                    <a:pt x="4103" y="7564"/>
                    <a:pt x="4286" y="7473"/>
                  </a:cubicBezTo>
                  <a:cubicBezTo>
                    <a:pt x="4772" y="7200"/>
                    <a:pt x="4924" y="6561"/>
                    <a:pt x="4620" y="6075"/>
                  </a:cubicBezTo>
                  <a:cubicBezTo>
                    <a:pt x="3587" y="4373"/>
                    <a:pt x="2736" y="2549"/>
                    <a:pt x="2097" y="695"/>
                  </a:cubicBezTo>
                  <a:cubicBezTo>
                    <a:pt x="1953" y="262"/>
                    <a:pt x="1561" y="0"/>
                    <a:pt x="11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3;p15">
              <a:extLst>
                <a:ext uri="{FF2B5EF4-FFF2-40B4-BE49-F238E27FC236}">
                  <a16:creationId xmlns:a16="http://schemas.microsoft.com/office/drawing/2014/main" id="{4292EC8B-9A5A-739C-F037-179113270D82}"/>
                </a:ext>
              </a:extLst>
            </p:cNvPr>
            <p:cNvSpPr/>
            <p:nvPr/>
          </p:nvSpPr>
          <p:spPr>
            <a:xfrm>
              <a:off x="7525477" y="3850201"/>
              <a:ext cx="135863" cy="218383"/>
            </a:xfrm>
            <a:custGeom>
              <a:avLst/>
              <a:gdLst/>
              <a:ahLst/>
              <a:cxnLst/>
              <a:rect l="l" t="t" r="r" b="b"/>
              <a:pathLst>
                <a:path w="4773" h="7672" extrusionOk="0">
                  <a:moveTo>
                    <a:pt x="3651" y="1"/>
                  </a:moveTo>
                  <a:cubicBezTo>
                    <a:pt x="3215" y="1"/>
                    <a:pt x="2824" y="265"/>
                    <a:pt x="2675" y="711"/>
                  </a:cubicBezTo>
                  <a:cubicBezTo>
                    <a:pt x="2067" y="2595"/>
                    <a:pt x="1277" y="4419"/>
                    <a:pt x="274" y="6152"/>
                  </a:cubicBezTo>
                  <a:cubicBezTo>
                    <a:pt x="0" y="6638"/>
                    <a:pt x="152" y="7246"/>
                    <a:pt x="639" y="7550"/>
                  </a:cubicBezTo>
                  <a:cubicBezTo>
                    <a:pt x="791" y="7641"/>
                    <a:pt x="973" y="7671"/>
                    <a:pt x="1155" y="7671"/>
                  </a:cubicBezTo>
                  <a:cubicBezTo>
                    <a:pt x="1490" y="7671"/>
                    <a:pt x="1824" y="7489"/>
                    <a:pt x="2037" y="7155"/>
                  </a:cubicBezTo>
                  <a:cubicBezTo>
                    <a:pt x="3101" y="5301"/>
                    <a:pt x="3952" y="3325"/>
                    <a:pt x="4621" y="1319"/>
                  </a:cubicBezTo>
                  <a:cubicBezTo>
                    <a:pt x="4773" y="802"/>
                    <a:pt x="4469" y="225"/>
                    <a:pt x="3952" y="42"/>
                  </a:cubicBezTo>
                  <a:cubicBezTo>
                    <a:pt x="3851" y="14"/>
                    <a:pt x="3750" y="1"/>
                    <a:pt x="36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4;p15">
              <a:extLst>
                <a:ext uri="{FF2B5EF4-FFF2-40B4-BE49-F238E27FC236}">
                  <a16:creationId xmlns:a16="http://schemas.microsoft.com/office/drawing/2014/main" id="{4A0B1CAA-980B-C4E6-C4B1-252DEEBDF9AC}"/>
                </a:ext>
              </a:extLst>
            </p:cNvPr>
            <p:cNvSpPr/>
            <p:nvPr/>
          </p:nvSpPr>
          <p:spPr>
            <a:xfrm>
              <a:off x="7633615" y="3502701"/>
              <a:ext cx="62338" cy="233641"/>
            </a:xfrm>
            <a:custGeom>
              <a:avLst/>
              <a:gdLst/>
              <a:ahLst/>
              <a:cxnLst/>
              <a:rect l="l" t="t" r="r" b="b"/>
              <a:pathLst>
                <a:path w="2190" h="8208" extrusionOk="0">
                  <a:moveTo>
                    <a:pt x="1156" y="1"/>
                  </a:moveTo>
                  <a:cubicBezTo>
                    <a:pt x="609" y="1"/>
                    <a:pt x="153" y="457"/>
                    <a:pt x="153" y="1004"/>
                  </a:cubicBezTo>
                  <a:lnTo>
                    <a:pt x="153" y="4712"/>
                  </a:lnTo>
                  <a:cubicBezTo>
                    <a:pt x="153" y="5502"/>
                    <a:pt x="122" y="6293"/>
                    <a:pt x="62" y="7083"/>
                  </a:cubicBezTo>
                  <a:cubicBezTo>
                    <a:pt x="1" y="7660"/>
                    <a:pt x="396" y="8147"/>
                    <a:pt x="974" y="8208"/>
                  </a:cubicBezTo>
                  <a:lnTo>
                    <a:pt x="1065" y="8208"/>
                  </a:lnTo>
                  <a:cubicBezTo>
                    <a:pt x="1581" y="8208"/>
                    <a:pt x="2037" y="7812"/>
                    <a:pt x="2068" y="7265"/>
                  </a:cubicBezTo>
                  <a:cubicBezTo>
                    <a:pt x="2129" y="6414"/>
                    <a:pt x="2189" y="5563"/>
                    <a:pt x="2189" y="4712"/>
                  </a:cubicBezTo>
                  <a:lnTo>
                    <a:pt x="2189" y="1004"/>
                  </a:lnTo>
                  <a:cubicBezTo>
                    <a:pt x="2189" y="457"/>
                    <a:pt x="1733" y="1"/>
                    <a:pt x="1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5;p15">
              <a:extLst>
                <a:ext uri="{FF2B5EF4-FFF2-40B4-BE49-F238E27FC236}">
                  <a16:creationId xmlns:a16="http://schemas.microsoft.com/office/drawing/2014/main" id="{D53530C4-16FB-DCC6-C3E2-AE2C506D64E0}"/>
                </a:ext>
              </a:extLst>
            </p:cNvPr>
            <p:cNvSpPr/>
            <p:nvPr/>
          </p:nvSpPr>
          <p:spPr>
            <a:xfrm>
              <a:off x="7637942" y="3150560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04" y="1"/>
                  </a:moveTo>
                  <a:cubicBezTo>
                    <a:pt x="457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7" y="8208"/>
                    <a:pt x="100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6;p15">
              <a:extLst>
                <a:ext uri="{FF2B5EF4-FFF2-40B4-BE49-F238E27FC236}">
                  <a16:creationId xmlns:a16="http://schemas.microsoft.com/office/drawing/2014/main" id="{3F5AB1FE-9DE3-7910-A94A-2C8D6076AC38}"/>
                </a:ext>
              </a:extLst>
            </p:cNvPr>
            <p:cNvSpPr/>
            <p:nvPr/>
          </p:nvSpPr>
          <p:spPr>
            <a:xfrm>
              <a:off x="7637942" y="2798420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04" y="1"/>
                  </a:moveTo>
                  <a:cubicBezTo>
                    <a:pt x="457" y="1"/>
                    <a:pt x="1" y="457"/>
                    <a:pt x="1" y="1034"/>
                  </a:cubicBezTo>
                  <a:lnTo>
                    <a:pt x="1" y="7205"/>
                  </a:lnTo>
                  <a:cubicBezTo>
                    <a:pt x="1" y="7782"/>
                    <a:pt x="457" y="8208"/>
                    <a:pt x="1004" y="8208"/>
                  </a:cubicBezTo>
                  <a:cubicBezTo>
                    <a:pt x="1581" y="820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7;p15">
              <a:extLst>
                <a:ext uri="{FF2B5EF4-FFF2-40B4-BE49-F238E27FC236}">
                  <a16:creationId xmlns:a16="http://schemas.microsoft.com/office/drawing/2014/main" id="{3A569633-4597-95BA-D6DB-CE40D2E41588}"/>
                </a:ext>
              </a:extLst>
            </p:cNvPr>
            <p:cNvSpPr/>
            <p:nvPr/>
          </p:nvSpPr>
          <p:spPr>
            <a:xfrm>
              <a:off x="7637942" y="2447162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717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51"/>
                    <a:pt x="2037" y="717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rgbClr val="76BB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8;p15">
              <a:extLst>
                <a:ext uri="{FF2B5EF4-FFF2-40B4-BE49-F238E27FC236}">
                  <a16:creationId xmlns:a16="http://schemas.microsoft.com/office/drawing/2014/main" id="{35A69124-9048-4126-0A9D-EA52FF4E4FF9}"/>
                </a:ext>
              </a:extLst>
            </p:cNvPr>
            <p:cNvSpPr/>
            <p:nvPr/>
          </p:nvSpPr>
          <p:spPr>
            <a:xfrm>
              <a:off x="7637942" y="2095021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720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;p15">
              <a:extLst>
                <a:ext uri="{FF2B5EF4-FFF2-40B4-BE49-F238E27FC236}">
                  <a16:creationId xmlns:a16="http://schemas.microsoft.com/office/drawing/2014/main" id="{C0342196-B255-1B1A-E8A6-F8D35A58FB06}"/>
                </a:ext>
              </a:extLst>
            </p:cNvPr>
            <p:cNvSpPr/>
            <p:nvPr/>
          </p:nvSpPr>
          <p:spPr>
            <a:xfrm>
              <a:off x="7637942" y="1742881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34"/>
                  </a:cubicBezTo>
                  <a:lnTo>
                    <a:pt x="1" y="720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81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0;p15">
              <a:extLst>
                <a:ext uri="{FF2B5EF4-FFF2-40B4-BE49-F238E27FC236}">
                  <a16:creationId xmlns:a16="http://schemas.microsoft.com/office/drawing/2014/main" id="{E2B063A5-9D4A-643D-054B-EE568BC14AB8}"/>
                </a:ext>
              </a:extLst>
            </p:cNvPr>
            <p:cNvSpPr/>
            <p:nvPr/>
          </p:nvSpPr>
          <p:spPr>
            <a:xfrm>
              <a:off x="7639679" y="1394013"/>
              <a:ext cx="64046" cy="144688"/>
            </a:xfrm>
            <a:custGeom>
              <a:avLst/>
              <a:gdLst/>
              <a:ahLst/>
              <a:cxnLst/>
              <a:rect l="l" t="t" r="r" b="b"/>
              <a:pathLst>
                <a:path w="2250" h="5083" extrusionOk="0">
                  <a:moveTo>
                    <a:pt x="1191" y="1"/>
                  </a:moveTo>
                  <a:cubicBezTo>
                    <a:pt x="666" y="1"/>
                    <a:pt x="240" y="380"/>
                    <a:pt x="183" y="919"/>
                  </a:cubicBezTo>
                  <a:cubicBezTo>
                    <a:pt x="61" y="1952"/>
                    <a:pt x="1" y="3016"/>
                    <a:pt x="1" y="4049"/>
                  </a:cubicBezTo>
                  <a:cubicBezTo>
                    <a:pt x="1" y="4627"/>
                    <a:pt x="457" y="5083"/>
                    <a:pt x="1034" y="5083"/>
                  </a:cubicBezTo>
                  <a:cubicBezTo>
                    <a:pt x="1581" y="5083"/>
                    <a:pt x="2037" y="4627"/>
                    <a:pt x="2037" y="4049"/>
                  </a:cubicBezTo>
                  <a:cubicBezTo>
                    <a:pt x="2037" y="3077"/>
                    <a:pt x="2098" y="2104"/>
                    <a:pt x="2189" y="1131"/>
                  </a:cubicBezTo>
                  <a:cubicBezTo>
                    <a:pt x="2250" y="584"/>
                    <a:pt x="1855" y="68"/>
                    <a:pt x="1308" y="7"/>
                  </a:cubicBezTo>
                  <a:cubicBezTo>
                    <a:pt x="1268" y="3"/>
                    <a:pt x="1230" y="1"/>
                    <a:pt x="1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1;p15">
              <a:extLst>
                <a:ext uri="{FF2B5EF4-FFF2-40B4-BE49-F238E27FC236}">
                  <a16:creationId xmlns:a16="http://schemas.microsoft.com/office/drawing/2014/main" id="{DDE43C07-A407-A8F2-D5B9-05AD71E25AE3}"/>
                </a:ext>
              </a:extLst>
            </p:cNvPr>
            <p:cNvSpPr/>
            <p:nvPr/>
          </p:nvSpPr>
          <p:spPr>
            <a:xfrm>
              <a:off x="7678619" y="1065470"/>
              <a:ext cx="139336" cy="216277"/>
            </a:xfrm>
            <a:custGeom>
              <a:avLst/>
              <a:gdLst/>
              <a:ahLst/>
              <a:cxnLst/>
              <a:rect l="l" t="t" r="r" b="b"/>
              <a:pathLst>
                <a:path w="4895" h="7598" extrusionOk="0">
                  <a:moveTo>
                    <a:pt x="3738" y="1"/>
                  </a:moveTo>
                  <a:cubicBezTo>
                    <a:pt x="3394" y="1"/>
                    <a:pt x="3059" y="183"/>
                    <a:pt x="2858" y="485"/>
                  </a:cubicBezTo>
                  <a:cubicBezTo>
                    <a:pt x="1763" y="2339"/>
                    <a:pt x="852" y="4254"/>
                    <a:pt x="183" y="6260"/>
                  </a:cubicBezTo>
                  <a:cubicBezTo>
                    <a:pt x="0" y="6777"/>
                    <a:pt x="304" y="7354"/>
                    <a:pt x="821" y="7537"/>
                  </a:cubicBezTo>
                  <a:cubicBezTo>
                    <a:pt x="943" y="7567"/>
                    <a:pt x="1034" y="7597"/>
                    <a:pt x="1156" y="7597"/>
                  </a:cubicBezTo>
                  <a:cubicBezTo>
                    <a:pt x="1581" y="7597"/>
                    <a:pt x="1976" y="7324"/>
                    <a:pt x="2098" y="6898"/>
                  </a:cubicBezTo>
                  <a:cubicBezTo>
                    <a:pt x="2736" y="5044"/>
                    <a:pt x="3587" y="3251"/>
                    <a:pt x="4590" y="1549"/>
                  </a:cubicBezTo>
                  <a:cubicBezTo>
                    <a:pt x="4894" y="1062"/>
                    <a:pt x="4742" y="424"/>
                    <a:pt x="4256" y="150"/>
                  </a:cubicBezTo>
                  <a:cubicBezTo>
                    <a:pt x="4092" y="48"/>
                    <a:pt x="3914" y="1"/>
                    <a:pt x="37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2;p15">
              <a:extLst>
                <a:ext uri="{FF2B5EF4-FFF2-40B4-BE49-F238E27FC236}">
                  <a16:creationId xmlns:a16="http://schemas.microsoft.com/office/drawing/2014/main" id="{3680A376-5B05-F57F-C629-F8C46E738499}"/>
                </a:ext>
              </a:extLst>
            </p:cNvPr>
            <p:cNvSpPr/>
            <p:nvPr/>
          </p:nvSpPr>
          <p:spPr>
            <a:xfrm>
              <a:off x="9364914" y="1065015"/>
              <a:ext cx="139336" cy="215850"/>
            </a:xfrm>
            <a:custGeom>
              <a:avLst/>
              <a:gdLst/>
              <a:ahLst/>
              <a:cxnLst/>
              <a:rect l="l" t="t" r="r" b="b"/>
              <a:pathLst>
                <a:path w="4895" h="7583" extrusionOk="0">
                  <a:moveTo>
                    <a:pt x="1150" y="1"/>
                  </a:moveTo>
                  <a:cubicBezTo>
                    <a:pt x="977" y="1"/>
                    <a:pt x="801" y="45"/>
                    <a:pt x="639" y="136"/>
                  </a:cubicBezTo>
                  <a:cubicBezTo>
                    <a:pt x="153" y="440"/>
                    <a:pt x="1" y="1048"/>
                    <a:pt x="274" y="1534"/>
                  </a:cubicBezTo>
                  <a:cubicBezTo>
                    <a:pt x="1308" y="3236"/>
                    <a:pt x="2159" y="5060"/>
                    <a:pt x="2767" y="6884"/>
                  </a:cubicBezTo>
                  <a:cubicBezTo>
                    <a:pt x="2919" y="7309"/>
                    <a:pt x="3314" y="7583"/>
                    <a:pt x="3739" y="7583"/>
                  </a:cubicBezTo>
                  <a:cubicBezTo>
                    <a:pt x="3861" y="7583"/>
                    <a:pt x="3952" y="7583"/>
                    <a:pt x="4074" y="7522"/>
                  </a:cubicBezTo>
                  <a:cubicBezTo>
                    <a:pt x="4590" y="7340"/>
                    <a:pt x="4894" y="6793"/>
                    <a:pt x="4712" y="6246"/>
                  </a:cubicBezTo>
                  <a:cubicBezTo>
                    <a:pt x="4013" y="4270"/>
                    <a:pt x="3131" y="2324"/>
                    <a:pt x="2037" y="501"/>
                  </a:cubicBezTo>
                  <a:cubicBezTo>
                    <a:pt x="1835" y="177"/>
                    <a:pt x="1497" y="1"/>
                    <a:pt x="11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3;p15">
              <a:extLst>
                <a:ext uri="{FF2B5EF4-FFF2-40B4-BE49-F238E27FC236}">
                  <a16:creationId xmlns:a16="http://schemas.microsoft.com/office/drawing/2014/main" id="{ADF74EF9-1E14-3566-1FAC-065B28C47C22}"/>
                </a:ext>
              </a:extLst>
            </p:cNvPr>
            <p:cNvSpPr/>
            <p:nvPr/>
          </p:nvSpPr>
          <p:spPr>
            <a:xfrm>
              <a:off x="7856866" y="808773"/>
              <a:ext cx="194701" cy="174462"/>
            </a:xfrm>
            <a:custGeom>
              <a:avLst/>
              <a:gdLst/>
              <a:ahLst/>
              <a:cxnLst/>
              <a:rect l="l" t="t" r="r" b="b"/>
              <a:pathLst>
                <a:path w="6840" h="6129" extrusionOk="0">
                  <a:moveTo>
                    <a:pt x="5693" y="1"/>
                  </a:moveTo>
                  <a:cubicBezTo>
                    <a:pt x="5486" y="1"/>
                    <a:pt x="5279" y="66"/>
                    <a:pt x="5106" y="202"/>
                  </a:cubicBezTo>
                  <a:cubicBezTo>
                    <a:pt x="3374" y="1478"/>
                    <a:pt x="1793" y="2907"/>
                    <a:pt x="395" y="4427"/>
                  </a:cubicBezTo>
                  <a:cubicBezTo>
                    <a:pt x="0" y="4852"/>
                    <a:pt x="30" y="5491"/>
                    <a:pt x="456" y="5886"/>
                  </a:cubicBezTo>
                  <a:cubicBezTo>
                    <a:pt x="638" y="6038"/>
                    <a:pt x="881" y="6129"/>
                    <a:pt x="1125" y="6129"/>
                  </a:cubicBezTo>
                  <a:cubicBezTo>
                    <a:pt x="1398" y="6129"/>
                    <a:pt x="1672" y="6038"/>
                    <a:pt x="1885" y="5825"/>
                  </a:cubicBezTo>
                  <a:cubicBezTo>
                    <a:pt x="3222" y="4366"/>
                    <a:pt x="4681" y="3028"/>
                    <a:pt x="6292" y="1843"/>
                  </a:cubicBezTo>
                  <a:cubicBezTo>
                    <a:pt x="6748" y="1509"/>
                    <a:pt x="6839" y="870"/>
                    <a:pt x="6505" y="414"/>
                  </a:cubicBezTo>
                  <a:cubicBezTo>
                    <a:pt x="6306" y="143"/>
                    <a:pt x="5999" y="1"/>
                    <a:pt x="56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94;p15">
              <a:extLst>
                <a:ext uri="{FF2B5EF4-FFF2-40B4-BE49-F238E27FC236}">
                  <a16:creationId xmlns:a16="http://schemas.microsoft.com/office/drawing/2014/main" id="{8137CB34-4B25-FE04-520E-61161A314C21}"/>
                </a:ext>
              </a:extLst>
            </p:cNvPr>
            <p:cNvSpPr/>
            <p:nvPr/>
          </p:nvSpPr>
          <p:spPr>
            <a:xfrm>
              <a:off x="9130448" y="808773"/>
              <a:ext cx="194701" cy="174462"/>
            </a:xfrm>
            <a:custGeom>
              <a:avLst/>
              <a:gdLst/>
              <a:ahLst/>
              <a:cxnLst/>
              <a:rect l="l" t="t" r="r" b="b"/>
              <a:pathLst>
                <a:path w="6840" h="6129" extrusionOk="0">
                  <a:moveTo>
                    <a:pt x="1153" y="1"/>
                  </a:moveTo>
                  <a:cubicBezTo>
                    <a:pt x="841" y="1"/>
                    <a:pt x="534" y="143"/>
                    <a:pt x="335" y="414"/>
                  </a:cubicBezTo>
                  <a:cubicBezTo>
                    <a:pt x="0" y="870"/>
                    <a:pt x="92" y="1478"/>
                    <a:pt x="548" y="1813"/>
                  </a:cubicBezTo>
                  <a:cubicBezTo>
                    <a:pt x="2159" y="2998"/>
                    <a:pt x="3648" y="4336"/>
                    <a:pt x="4955" y="5794"/>
                  </a:cubicBezTo>
                  <a:cubicBezTo>
                    <a:pt x="5168" y="6007"/>
                    <a:pt x="5441" y="6129"/>
                    <a:pt x="5715" y="6129"/>
                  </a:cubicBezTo>
                  <a:cubicBezTo>
                    <a:pt x="5958" y="6129"/>
                    <a:pt x="6201" y="6038"/>
                    <a:pt x="6414" y="5855"/>
                  </a:cubicBezTo>
                  <a:cubicBezTo>
                    <a:pt x="6809" y="5460"/>
                    <a:pt x="6840" y="4822"/>
                    <a:pt x="6475" y="4427"/>
                  </a:cubicBezTo>
                  <a:cubicBezTo>
                    <a:pt x="5046" y="2877"/>
                    <a:pt x="3466" y="1448"/>
                    <a:pt x="1763" y="202"/>
                  </a:cubicBezTo>
                  <a:cubicBezTo>
                    <a:pt x="1579" y="66"/>
                    <a:pt x="1365" y="1"/>
                    <a:pt x="11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95;p15">
              <a:extLst>
                <a:ext uri="{FF2B5EF4-FFF2-40B4-BE49-F238E27FC236}">
                  <a16:creationId xmlns:a16="http://schemas.microsoft.com/office/drawing/2014/main" id="{167BD4CA-6296-33E1-234C-01959F4E4E4E}"/>
                </a:ext>
              </a:extLst>
            </p:cNvPr>
            <p:cNvSpPr/>
            <p:nvPr/>
          </p:nvSpPr>
          <p:spPr>
            <a:xfrm>
              <a:off x="8135453" y="657652"/>
              <a:ext cx="228432" cy="118813"/>
            </a:xfrm>
            <a:custGeom>
              <a:avLst/>
              <a:gdLst/>
              <a:ahLst/>
              <a:cxnLst/>
              <a:rect l="l" t="t" r="r" b="b"/>
              <a:pathLst>
                <a:path w="8025" h="4174" extrusionOk="0">
                  <a:moveTo>
                    <a:pt x="6910" y="0"/>
                  </a:moveTo>
                  <a:cubicBezTo>
                    <a:pt x="6817" y="0"/>
                    <a:pt x="6722" y="13"/>
                    <a:pt x="6627" y="40"/>
                  </a:cubicBezTo>
                  <a:cubicBezTo>
                    <a:pt x="4590" y="587"/>
                    <a:pt x="2614" y="1347"/>
                    <a:pt x="730" y="2258"/>
                  </a:cubicBezTo>
                  <a:cubicBezTo>
                    <a:pt x="213" y="2502"/>
                    <a:pt x="0" y="3109"/>
                    <a:pt x="244" y="3596"/>
                  </a:cubicBezTo>
                  <a:cubicBezTo>
                    <a:pt x="426" y="3961"/>
                    <a:pt x="791" y="4173"/>
                    <a:pt x="1155" y="4173"/>
                  </a:cubicBezTo>
                  <a:cubicBezTo>
                    <a:pt x="1307" y="4173"/>
                    <a:pt x="1459" y="4143"/>
                    <a:pt x="1581" y="4082"/>
                  </a:cubicBezTo>
                  <a:cubicBezTo>
                    <a:pt x="3374" y="3201"/>
                    <a:pt x="5259" y="2502"/>
                    <a:pt x="7174" y="1985"/>
                  </a:cubicBezTo>
                  <a:cubicBezTo>
                    <a:pt x="7721" y="1833"/>
                    <a:pt x="8025" y="1286"/>
                    <a:pt x="7873" y="739"/>
                  </a:cubicBezTo>
                  <a:cubicBezTo>
                    <a:pt x="7747" y="287"/>
                    <a:pt x="7352" y="0"/>
                    <a:pt x="69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96;p15">
              <a:extLst>
                <a:ext uri="{FF2B5EF4-FFF2-40B4-BE49-F238E27FC236}">
                  <a16:creationId xmlns:a16="http://schemas.microsoft.com/office/drawing/2014/main" id="{AFE4806B-7572-1BA5-52F3-9F943A5C04FC}"/>
                </a:ext>
              </a:extLst>
            </p:cNvPr>
            <p:cNvSpPr/>
            <p:nvPr/>
          </p:nvSpPr>
          <p:spPr>
            <a:xfrm>
              <a:off x="8818101" y="656855"/>
              <a:ext cx="228460" cy="119610"/>
            </a:xfrm>
            <a:custGeom>
              <a:avLst/>
              <a:gdLst/>
              <a:ahLst/>
              <a:cxnLst/>
              <a:rect l="l" t="t" r="r" b="b"/>
              <a:pathLst>
                <a:path w="8026" h="4202" extrusionOk="0">
                  <a:moveTo>
                    <a:pt x="1132" y="0"/>
                  </a:moveTo>
                  <a:cubicBezTo>
                    <a:pt x="683" y="0"/>
                    <a:pt x="280" y="309"/>
                    <a:pt x="153" y="767"/>
                  </a:cubicBezTo>
                  <a:cubicBezTo>
                    <a:pt x="1" y="1283"/>
                    <a:pt x="305" y="1861"/>
                    <a:pt x="852" y="2013"/>
                  </a:cubicBezTo>
                  <a:cubicBezTo>
                    <a:pt x="2767" y="2530"/>
                    <a:pt x="4651" y="3229"/>
                    <a:pt x="6445" y="4080"/>
                  </a:cubicBezTo>
                  <a:cubicBezTo>
                    <a:pt x="6566" y="4171"/>
                    <a:pt x="6718" y="4201"/>
                    <a:pt x="6870" y="4201"/>
                  </a:cubicBezTo>
                  <a:cubicBezTo>
                    <a:pt x="7265" y="4201"/>
                    <a:pt x="7600" y="3989"/>
                    <a:pt x="7782" y="3624"/>
                  </a:cubicBezTo>
                  <a:cubicBezTo>
                    <a:pt x="8025" y="3107"/>
                    <a:pt x="7812" y="2499"/>
                    <a:pt x="7296" y="2256"/>
                  </a:cubicBezTo>
                  <a:cubicBezTo>
                    <a:pt x="5411" y="1344"/>
                    <a:pt x="3435" y="615"/>
                    <a:pt x="1399" y="37"/>
                  </a:cubicBezTo>
                  <a:cubicBezTo>
                    <a:pt x="1309" y="12"/>
                    <a:pt x="1220" y="0"/>
                    <a:pt x="1132" y="0"/>
                  </a:cubicBezTo>
                  <a:close/>
                </a:path>
              </a:pathLst>
            </a:custGeom>
            <a:solidFill>
              <a:srgbClr val="C73C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7;p15">
              <a:extLst>
                <a:ext uri="{FF2B5EF4-FFF2-40B4-BE49-F238E27FC236}">
                  <a16:creationId xmlns:a16="http://schemas.microsoft.com/office/drawing/2014/main" id="{C2EFBCE4-806B-24DD-68E9-65FD715B2927}"/>
                </a:ext>
              </a:extLst>
            </p:cNvPr>
            <p:cNvSpPr/>
            <p:nvPr/>
          </p:nvSpPr>
          <p:spPr>
            <a:xfrm>
              <a:off x="8473760" y="622868"/>
              <a:ext cx="234495" cy="61171"/>
            </a:xfrm>
            <a:custGeom>
              <a:avLst/>
              <a:gdLst/>
              <a:ahLst/>
              <a:cxnLst/>
              <a:rect l="l" t="t" r="r" b="b"/>
              <a:pathLst>
                <a:path w="8238" h="2149" extrusionOk="0">
                  <a:moveTo>
                    <a:pt x="4119" y="0"/>
                  </a:moveTo>
                  <a:cubicBezTo>
                    <a:pt x="3063" y="0"/>
                    <a:pt x="2006" y="46"/>
                    <a:pt x="973" y="137"/>
                  </a:cubicBezTo>
                  <a:cubicBezTo>
                    <a:pt x="395" y="167"/>
                    <a:pt x="0" y="684"/>
                    <a:pt x="31" y="1231"/>
                  </a:cubicBezTo>
                  <a:cubicBezTo>
                    <a:pt x="91" y="1748"/>
                    <a:pt x="517" y="2143"/>
                    <a:pt x="1064" y="2143"/>
                  </a:cubicBezTo>
                  <a:lnTo>
                    <a:pt x="1155" y="2143"/>
                  </a:lnTo>
                  <a:cubicBezTo>
                    <a:pt x="2128" y="2052"/>
                    <a:pt x="3123" y="2006"/>
                    <a:pt x="4119" y="2006"/>
                  </a:cubicBezTo>
                  <a:cubicBezTo>
                    <a:pt x="5114" y="2006"/>
                    <a:pt x="6110" y="2052"/>
                    <a:pt x="7082" y="2143"/>
                  </a:cubicBezTo>
                  <a:cubicBezTo>
                    <a:pt x="7119" y="2147"/>
                    <a:pt x="7156" y="2149"/>
                    <a:pt x="7192" y="2149"/>
                  </a:cubicBezTo>
                  <a:cubicBezTo>
                    <a:pt x="7720" y="2149"/>
                    <a:pt x="8150" y="1743"/>
                    <a:pt x="8207" y="1231"/>
                  </a:cubicBezTo>
                  <a:cubicBezTo>
                    <a:pt x="8237" y="654"/>
                    <a:pt x="7842" y="167"/>
                    <a:pt x="7265" y="137"/>
                  </a:cubicBezTo>
                  <a:cubicBezTo>
                    <a:pt x="6231" y="46"/>
                    <a:pt x="5175" y="0"/>
                    <a:pt x="4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8;p15">
              <a:extLst>
                <a:ext uri="{FF2B5EF4-FFF2-40B4-BE49-F238E27FC236}">
                  <a16:creationId xmlns:a16="http://schemas.microsoft.com/office/drawing/2014/main" id="{F2C6B5FB-A821-D370-4EFD-8F63288EA91B}"/>
                </a:ext>
              </a:extLst>
            </p:cNvPr>
            <p:cNvSpPr/>
            <p:nvPr/>
          </p:nvSpPr>
          <p:spPr>
            <a:xfrm>
              <a:off x="9479115" y="1394013"/>
              <a:ext cx="64075" cy="144688"/>
            </a:xfrm>
            <a:custGeom>
              <a:avLst/>
              <a:gdLst/>
              <a:ahLst/>
              <a:cxnLst/>
              <a:rect l="l" t="t" r="r" b="b"/>
              <a:pathLst>
                <a:path w="2251" h="5083" extrusionOk="0">
                  <a:moveTo>
                    <a:pt x="1054" y="1"/>
                  </a:moveTo>
                  <a:cubicBezTo>
                    <a:pt x="1018" y="1"/>
                    <a:pt x="980" y="3"/>
                    <a:pt x="943" y="7"/>
                  </a:cubicBezTo>
                  <a:cubicBezTo>
                    <a:pt x="396" y="68"/>
                    <a:pt x="1" y="584"/>
                    <a:pt x="62" y="1131"/>
                  </a:cubicBezTo>
                  <a:cubicBezTo>
                    <a:pt x="153" y="2104"/>
                    <a:pt x="214" y="3077"/>
                    <a:pt x="214" y="4049"/>
                  </a:cubicBezTo>
                  <a:cubicBezTo>
                    <a:pt x="214" y="4627"/>
                    <a:pt x="670" y="5083"/>
                    <a:pt x="1217" y="5083"/>
                  </a:cubicBezTo>
                  <a:cubicBezTo>
                    <a:pt x="1794" y="5083"/>
                    <a:pt x="2250" y="4627"/>
                    <a:pt x="2250" y="4049"/>
                  </a:cubicBezTo>
                  <a:cubicBezTo>
                    <a:pt x="2250" y="3016"/>
                    <a:pt x="2189" y="1952"/>
                    <a:pt x="2068" y="919"/>
                  </a:cubicBezTo>
                  <a:cubicBezTo>
                    <a:pt x="2011" y="380"/>
                    <a:pt x="1559" y="1"/>
                    <a:pt x="10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9;p15">
              <a:extLst>
                <a:ext uri="{FF2B5EF4-FFF2-40B4-BE49-F238E27FC236}">
                  <a16:creationId xmlns:a16="http://schemas.microsoft.com/office/drawing/2014/main" id="{B79D4BD3-6E82-A88F-B19F-73C2D9BD9E2B}"/>
                </a:ext>
              </a:extLst>
            </p:cNvPr>
            <p:cNvSpPr/>
            <p:nvPr/>
          </p:nvSpPr>
          <p:spPr>
            <a:xfrm>
              <a:off x="11332415" y="2544056"/>
              <a:ext cx="57129" cy="144517"/>
            </a:xfrm>
            <a:custGeom>
              <a:avLst/>
              <a:gdLst/>
              <a:ahLst/>
              <a:cxnLst/>
              <a:rect l="l" t="t" r="r" b="b"/>
              <a:pathLst>
                <a:path w="2007" h="5077" extrusionOk="0">
                  <a:moveTo>
                    <a:pt x="1004" y="0"/>
                  </a:moveTo>
                  <a:cubicBezTo>
                    <a:pt x="456" y="0"/>
                    <a:pt x="1" y="456"/>
                    <a:pt x="1" y="1034"/>
                  </a:cubicBezTo>
                  <a:lnTo>
                    <a:pt x="1" y="4073"/>
                  </a:lnTo>
                  <a:cubicBezTo>
                    <a:pt x="1" y="4621"/>
                    <a:pt x="456" y="5077"/>
                    <a:pt x="1004" y="5077"/>
                  </a:cubicBezTo>
                  <a:cubicBezTo>
                    <a:pt x="1581" y="5077"/>
                    <a:pt x="2007" y="4621"/>
                    <a:pt x="2007" y="4073"/>
                  </a:cubicBezTo>
                  <a:lnTo>
                    <a:pt x="2007" y="1034"/>
                  </a:lnTo>
                  <a:cubicBezTo>
                    <a:pt x="2007" y="456"/>
                    <a:pt x="1551" y="0"/>
                    <a:pt x="10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0;p15">
              <a:extLst>
                <a:ext uri="{FF2B5EF4-FFF2-40B4-BE49-F238E27FC236}">
                  <a16:creationId xmlns:a16="http://schemas.microsoft.com/office/drawing/2014/main" id="{D16298FD-B45C-7469-AEFE-1BF2F438F889}"/>
                </a:ext>
              </a:extLst>
            </p:cNvPr>
            <p:cNvSpPr/>
            <p:nvPr/>
          </p:nvSpPr>
          <p:spPr>
            <a:xfrm>
              <a:off x="10317523" y="4462057"/>
              <a:ext cx="236231" cy="61627"/>
            </a:xfrm>
            <a:custGeom>
              <a:avLst/>
              <a:gdLst/>
              <a:ahLst/>
              <a:cxnLst/>
              <a:rect l="l" t="t" r="r" b="b"/>
              <a:pathLst>
                <a:path w="8299" h="2165" extrusionOk="0">
                  <a:moveTo>
                    <a:pt x="1046" y="1"/>
                  </a:moveTo>
                  <a:cubicBezTo>
                    <a:pt x="517" y="1"/>
                    <a:pt x="90" y="406"/>
                    <a:pt x="61" y="918"/>
                  </a:cubicBezTo>
                  <a:cubicBezTo>
                    <a:pt x="0" y="1465"/>
                    <a:pt x="396" y="1982"/>
                    <a:pt x="973" y="2013"/>
                  </a:cubicBezTo>
                  <a:cubicBezTo>
                    <a:pt x="2037" y="2104"/>
                    <a:pt x="3162" y="2165"/>
                    <a:pt x="4256" y="2165"/>
                  </a:cubicBezTo>
                  <a:cubicBezTo>
                    <a:pt x="5289" y="2165"/>
                    <a:pt x="6323" y="2134"/>
                    <a:pt x="7326" y="2043"/>
                  </a:cubicBezTo>
                  <a:cubicBezTo>
                    <a:pt x="7873" y="1982"/>
                    <a:pt x="8298" y="1496"/>
                    <a:pt x="8238" y="949"/>
                  </a:cubicBezTo>
                  <a:cubicBezTo>
                    <a:pt x="8208" y="392"/>
                    <a:pt x="7755" y="5"/>
                    <a:pt x="7206" y="5"/>
                  </a:cubicBezTo>
                  <a:cubicBezTo>
                    <a:pt x="7185" y="5"/>
                    <a:pt x="7164" y="5"/>
                    <a:pt x="7143" y="6"/>
                  </a:cubicBezTo>
                  <a:cubicBezTo>
                    <a:pt x="6156" y="98"/>
                    <a:pt x="5152" y="143"/>
                    <a:pt x="4149" y="143"/>
                  </a:cubicBezTo>
                  <a:cubicBezTo>
                    <a:pt x="3146" y="143"/>
                    <a:pt x="2143" y="98"/>
                    <a:pt x="1155" y="6"/>
                  </a:cubicBezTo>
                  <a:cubicBezTo>
                    <a:pt x="1118" y="3"/>
                    <a:pt x="1082" y="1"/>
                    <a:pt x="10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1;p15">
              <a:extLst>
                <a:ext uri="{FF2B5EF4-FFF2-40B4-BE49-F238E27FC236}">
                  <a16:creationId xmlns:a16="http://schemas.microsoft.com/office/drawing/2014/main" id="{EB8088F7-D2A3-EB2A-2079-7C8EB925350F}"/>
                </a:ext>
              </a:extLst>
            </p:cNvPr>
            <p:cNvSpPr/>
            <p:nvPr/>
          </p:nvSpPr>
          <p:spPr>
            <a:xfrm>
              <a:off x="10664483" y="4369375"/>
              <a:ext cx="230168" cy="119695"/>
            </a:xfrm>
            <a:custGeom>
              <a:avLst/>
              <a:gdLst/>
              <a:ahLst/>
              <a:cxnLst/>
              <a:rect l="l" t="t" r="r" b="b"/>
              <a:pathLst>
                <a:path w="8086" h="4205" extrusionOk="0">
                  <a:moveTo>
                    <a:pt x="6919" y="1"/>
                  </a:moveTo>
                  <a:cubicBezTo>
                    <a:pt x="6771" y="1"/>
                    <a:pt x="6619" y="33"/>
                    <a:pt x="6474" y="101"/>
                  </a:cubicBezTo>
                  <a:cubicBezTo>
                    <a:pt x="4681" y="983"/>
                    <a:pt x="2796" y="1682"/>
                    <a:pt x="882" y="2229"/>
                  </a:cubicBezTo>
                  <a:cubicBezTo>
                    <a:pt x="334" y="2351"/>
                    <a:pt x="0" y="2928"/>
                    <a:pt x="152" y="3445"/>
                  </a:cubicBezTo>
                  <a:cubicBezTo>
                    <a:pt x="274" y="3901"/>
                    <a:pt x="699" y="4205"/>
                    <a:pt x="1125" y="4205"/>
                  </a:cubicBezTo>
                  <a:cubicBezTo>
                    <a:pt x="1216" y="4205"/>
                    <a:pt x="1307" y="4205"/>
                    <a:pt x="1398" y="4174"/>
                  </a:cubicBezTo>
                  <a:cubicBezTo>
                    <a:pt x="3465" y="3627"/>
                    <a:pt x="5471" y="2867"/>
                    <a:pt x="7356" y="1955"/>
                  </a:cubicBezTo>
                  <a:cubicBezTo>
                    <a:pt x="7873" y="1682"/>
                    <a:pt x="8085" y="1104"/>
                    <a:pt x="7842" y="588"/>
                  </a:cubicBezTo>
                  <a:cubicBezTo>
                    <a:pt x="7667" y="215"/>
                    <a:pt x="7303" y="1"/>
                    <a:pt x="69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2;p15">
              <a:extLst>
                <a:ext uri="{FF2B5EF4-FFF2-40B4-BE49-F238E27FC236}">
                  <a16:creationId xmlns:a16="http://schemas.microsoft.com/office/drawing/2014/main" id="{0090C421-8A60-78A6-80C2-46B73710C008}"/>
                </a:ext>
              </a:extLst>
            </p:cNvPr>
            <p:cNvSpPr/>
            <p:nvPr/>
          </p:nvSpPr>
          <p:spPr>
            <a:xfrm>
              <a:off x="9977481" y="4367496"/>
              <a:ext cx="229314" cy="120720"/>
            </a:xfrm>
            <a:custGeom>
              <a:avLst/>
              <a:gdLst/>
              <a:ahLst/>
              <a:cxnLst/>
              <a:rect l="l" t="t" r="r" b="b"/>
              <a:pathLst>
                <a:path w="8056" h="4241" extrusionOk="0">
                  <a:moveTo>
                    <a:pt x="1142" y="0"/>
                  </a:moveTo>
                  <a:cubicBezTo>
                    <a:pt x="768" y="0"/>
                    <a:pt x="415" y="198"/>
                    <a:pt x="244" y="562"/>
                  </a:cubicBezTo>
                  <a:cubicBezTo>
                    <a:pt x="1" y="1049"/>
                    <a:pt x="214" y="1657"/>
                    <a:pt x="700" y="1930"/>
                  </a:cubicBezTo>
                  <a:cubicBezTo>
                    <a:pt x="2615" y="2842"/>
                    <a:pt x="4621" y="3602"/>
                    <a:pt x="6658" y="4180"/>
                  </a:cubicBezTo>
                  <a:cubicBezTo>
                    <a:pt x="6749" y="4210"/>
                    <a:pt x="6840" y="4240"/>
                    <a:pt x="6931" y="4240"/>
                  </a:cubicBezTo>
                  <a:cubicBezTo>
                    <a:pt x="7387" y="4240"/>
                    <a:pt x="7782" y="3936"/>
                    <a:pt x="7904" y="3480"/>
                  </a:cubicBezTo>
                  <a:cubicBezTo>
                    <a:pt x="8056" y="2933"/>
                    <a:pt x="7752" y="2386"/>
                    <a:pt x="7205" y="2234"/>
                  </a:cubicBezTo>
                  <a:cubicBezTo>
                    <a:pt x="5259" y="1687"/>
                    <a:pt x="3375" y="988"/>
                    <a:pt x="1612" y="107"/>
                  </a:cubicBezTo>
                  <a:cubicBezTo>
                    <a:pt x="1459" y="35"/>
                    <a:pt x="1299" y="0"/>
                    <a:pt x="11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3;p15">
              <a:extLst>
                <a:ext uri="{FF2B5EF4-FFF2-40B4-BE49-F238E27FC236}">
                  <a16:creationId xmlns:a16="http://schemas.microsoft.com/office/drawing/2014/main" id="{B8C515FA-E5FB-9E25-0F0E-819ACED5D67E}"/>
                </a:ext>
              </a:extLst>
            </p:cNvPr>
            <p:cNvSpPr/>
            <p:nvPr/>
          </p:nvSpPr>
          <p:spPr>
            <a:xfrm>
              <a:off x="10979420" y="4160868"/>
              <a:ext cx="194701" cy="175942"/>
            </a:xfrm>
            <a:custGeom>
              <a:avLst/>
              <a:gdLst/>
              <a:ahLst/>
              <a:cxnLst/>
              <a:rect l="l" t="t" r="r" b="b"/>
              <a:pathLst>
                <a:path w="6840" h="6181" extrusionOk="0">
                  <a:moveTo>
                    <a:pt x="5736" y="0"/>
                  </a:moveTo>
                  <a:cubicBezTo>
                    <a:pt x="5457" y="0"/>
                    <a:pt x="5181" y="115"/>
                    <a:pt x="4985" y="344"/>
                  </a:cubicBezTo>
                  <a:cubicBezTo>
                    <a:pt x="3648" y="1803"/>
                    <a:pt x="2158" y="3141"/>
                    <a:pt x="547" y="4326"/>
                  </a:cubicBezTo>
                  <a:cubicBezTo>
                    <a:pt x="91" y="4660"/>
                    <a:pt x="0" y="5299"/>
                    <a:pt x="334" y="5755"/>
                  </a:cubicBezTo>
                  <a:cubicBezTo>
                    <a:pt x="547" y="6028"/>
                    <a:pt x="851" y="6180"/>
                    <a:pt x="1155" y="6180"/>
                  </a:cubicBezTo>
                  <a:cubicBezTo>
                    <a:pt x="1368" y="6180"/>
                    <a:pt x="1581" y="6119"/>
                    <a:pt x="1733" y="5967"/>
                  </a:cubicBezTo>
                  <a:cubicBezTo>
                    <a:pt x="3465" y="4691"/>
                    <a:pt x="5046" y="3262"/>
                    <a:pt x="6474" y="1682"/>
                  </a:cubicBezTo>
                  <a:cubicBezTo>
                    <a:pt x="6839" y="1286"/>
                    <a:pt x="6839" y="648"/>
                    <a:pt x="6414" y="253"/>
                  </a:cubicBezTo>
                  <a:cubicBezTo>
                    <a:pt x="6217" y="85"/>
                    <a:pt x="5975" y="0"/>
                    <a:pt x="57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4;p15">
              <a:extLst>
                <a:ext uri="{FF2B5EF4-FFF2-40B4-BE49-F238E27FC236}">
                  <a16:creationId xmlns:a16="http://schemas.microsoft.com/office/drawing/2014/main" id="{51D35158-9510-A9EF-6EF7-4A67A1F4282B}"/>
                </a:ext>
              </a:extLst>
            </p:cNvPr>
            <p:cNvSpPr/>
            <p:nvPr/>
          </p:nvSpPr>
          <p:spPr>
            <a:xfrm>
              <a:off x="9698894" y="4156542"/>
              <a:ext cx="194701" cy="176796"/>
            </a:xfrm>
            <a:custGeom>
              <a:avLst/>
              <a:gdLst/>
              <a:ahLst/>
              <a:cxnLst/>
              <a:rect l="l" t="t" r="r" b="b"/>
              <a:pathLst>
                <a:path w="6840" h="6211" extrusionOk="0">
                  <a:moveTo>
                    <a:pt x="1111" y="0"/>
                  </a:moveTo>
                  <a:cubicBezTo>
                    <a:pt x="873" y="0"/>
                    <a:pt x="639" y="85"/>
                    <a:pt x="456" y="253"/>
                  </a:cubicBezTo>
                  <a:cubicBezTo>
                    <a:pt x="31" y="648"/>
                    <a:pt x="0" y="1286"/>
                    <a:pt x="365" y="1682"/>
                  </a:cubicBezTo>
                  <a:cubicBezTo>
                    <a:pt x="1763" y="3262"/>
                    <a:pt x="3374" y="4721"/>
                    <a:pt x="5077" y="5998"/>
                  </a:cubicBezTo>
                  <a:cubicBezTo>
                    <a:pt x="5259" y="6150"/>
                    <a:pt x="5472" y="6211"/>
                    <a:pt x="5684" y="6211"/>
                  </a:cubicBezTo>
                  <a:cubicBezTo>
                    <a:pt x="5988" y="6211"/>
                    <a:pt x="6292" y="6059"/>
                    <a:pt x="6505" y="5785"/>
                  </a:cubicBezTo>
                  <a:cubicBezTo>
                    <a:pt x="6839" y="5359"/>
                    <a:pt x="6748" y="4721"/>
                    <a:pt x="6292" y="4387"/>
                  </a:cubicBezTo>
                  <a:cubicBezTo>
                    <a:pt x="4681" y="3171"/>
                    <a:pt x="3192" y="1803"/>
                    <a:pt x="1885" y="344"/>
                  </a:cubicBezTo>
                  <a:cubicBezTo>
                    <a:pt x="1672" y="115"/>
                    <a:pt x="1389" y="0"/>
                    <a:pt x="1111" y="0"/>
                  </a:cubicBezTo>
                  <a:close/>
                </a:path>
              </a:pathLst>
            </a:custGeom>
            <a:solidFill>
              <a:srgbClr val="C73C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5;p15">
              <a:extLst>
                <a:ext uri="{FF2B5EF4-FFF2-40B4-BE49-F238E27FC236}">
                  <a16:creationId xmlns:a16="http://schemas.microsoft.com/office/drawing/2014/main" id="{A449D9B9-17C1-A979-FF5A-6507AABC0EE2}"/>
                </a:ext>
              </a:extLst>
            </p:cNvPr>
            <p:cNvSpPr/>
            <p:nvPr/>
          </p:nvSpPr>
          <p:spPr>
            <a:xfrm>
              <a:off x="11213886" y="3859396"/>
              <a:ext cx="138454" cy="217843"/>
            </a:xfrm>
            <a:custGeom>
              <a:avLst/>
              <a:gdLst/>
              <a:ahLst/>
              <a:cxnLst/>
              <a:rect l="l" t="t" r="r" b="b"/>
              <a:pathLst>
                <a:path w="4864" h="7653" extrusionOk="0">
                  <a:moveTo>
                    <a:pt x="3731" y="0"/>
                  </a:moveTo>
                  <a:cubicBezTo>
                    <a:pt x="3312" y="0"/>
                    <a:pt x="2913" y="278"/>
                    <a:pt x="2766" y="692"/>
                  </a:cubicBezTo>
                  <a:cubicBezTo>
                    <a:pt x="2158" y="2576"/>
                    <a:pt x="1307" y="4400"/>
                    <a:pt x="304" y="6133"/>
                  </a:cubicBezTo>
                  <a:cubicBezTo>
                    <a:pt x="0" y="6619"/>
                    <a:pt x="183" y="7227"/>
                    <a:pt x="639" y="7500"/>
                  </a:cubicBezTo>
                  <a:cubicBezTo>
                    <a:pt x="821" y="7622"/>
                    <a:pt x="1003" y="7652"/>
                    <a:pt x="1155" y="7652"/>
                  </a:cubicBezTo>
                  <a:cubicBezTo>
                    <a:pt x="1520" y="7652"/>
                    <a:pt x="1854" y="7470"/>
                    <a:pt x="2037" y="7166"/>
                  </a:cubicBezTo>
                  <a:cubicBezTo>
                    <a:pt x="3131" y="5312"/>
                    <a:pt x="4013" y="3367"/>
                    <a:pt x="4681" y="1330"/>
                  </a:cubicBezTo>
                  <a:cubicBezTo>
                    <a:pt x="4864" y="813"/>
                    <a:pt x="4590" y="236"/>
                    <a:pt x="4043" y="54"/>
                  </a:cubicBezTo>
                  <a:cubicBezTo>
                    <a:pt x="3940" y="17"/>
                    <a:pt x="3835" y="0"/>
                    <a:pt x="37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06;p15">
              <a:extLst>
                <a:ext uri="{FF2B5EF4-FFF2-40B4-BE49-F238E27FC236}">
                  <a16:creationId xmlns:a16="http://schemas.microsoft.com/office/drawing/2014/main" id="{A32D559E-9F86-0891-FF0D-8202838540EC}"/>
                </a:ext>
              </a:extLst>
            </p:cNvPr>
            <p:cNvSpPr/>
            <p:nvPr/>
          </p:nvSpPr>
          <p:spPr>
            <a:xfrm>
              <a:off x="9522382" y="3854528"/>
              <a:ext cx="137600" cy="218383"/>
            </a:xfrm>
            <a:custGeom>
              <a:avLst/>
              <a:gdLst/>
              <a:ahLst/>
              <a:cxnLst/>
              <a:rect l="l" t="t" r="r" b="b"/>
              <a:pathLst>
                <a:path w="4834" h="7672" extrusionOk="0">
                  <a:moveTo>
                    <a:pt x="1127" y="0"/>
                  </a:moveTo>
                  <a:cubicBezTo>
                    <a:pt x="1026" y="0"/>
                    <a:pt x="923" y="14"/>
                    <a:pt x="821" y="42"/>
                  </a:cubicBezTo>
                  <a:cubicBezTo>
                    <a:pt x="305" y="225"/>
                    <a:pt x="1" y="802"/>
                    <a:pt x="183" y="1319"/>
                  </a:cubicBezTo>
                  <a:cubicBezTo>
                    <a:pt x="821" y="3325"/>
                    <a:pt x="1703" y="5301"/>
                    <a:pt x="2797" y="7155"/>
                  </a:cubicBezTo>
                  <a:cubicBezTo>
                    <a:pt x="2980" y="7489"/>
                    <a:pt x="3314" y="7671"/>
                    <a:pt x="3679" y="7671"/>
                  </a:cubicBezTo>
                  <a:cubicBezTo>
                    <a:pt x="3861" y="7671"/>
                    <a:pt x="4013" y="7611"/>
                    <a:pt x="4195" y="7519"/>
                  </a:cubicBezTo>
                  <a:cubicBezTo>
                    <a:pt x="4651" y="7246"/>
                    <a:pt x="4834" y="6608"/>
                    <a:pt x="4560" y="6121"/>
                  </a:cubicBezTo>
                  <a:cubicBezTo>
                    <a:pt x="3527" y="4389"/>
                    <a:pt x="2706" y="2565"/>
                    <a:pt x="2098" y="680"/>
                  </a:cubicBezTo>
                  <a:cubicBezTo>
                    <a:pt x="1974" y="260"/>
                    <a:pt x="1569" y="0"/>
                    <a:pt x="11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07;p15">
              <a:extLst>
                <a:ext uri="{FF2B5EF4-FFF2-40B4-BE49-F238E27FC236}">
                  <a16:creationId xmlns:a16="http://schemas.microsoft.com/office/drawing/2014/main" id="{EBEEB9A1-F021-17E6-D8BC-199E2F62C419}"/>
                </a:ext>
              </a:extLst>
            </p:cNvPr>
            <p:cNvSpPr/>
            <p:nvPr/>
          </p:nvSpPr>
          <p:spPr>
            <a:xfrm>
              <a:off x="11326351" y="3512236"/>
              <a:ext cx="63192" cy="233612"/>
            </a:xfrm>
            <a:custGeom>
              <a:avLst/>
              <a:gdLst/>
              <a:ahLst/>
              <a:cxnLst/>
              <a:rect l="l" t="t" r="r" b="b"/>
              <a:pathLst>
                <a:path w="2220" h="8207" extrusionOk="0">
                  <a:moveTo>
                    <a:pt x="1217" y="0"/>
                  </a:moveTo>
                  <a:cubicBezTo>
                    <a:pt x="669" y="0"/>
                    <a:pt x="214" y="426"/>
                    <a:pt x="214" y="1003"/>
                  </a:cubicBezTo>
                  <a:lnTo>
                    <a:pt x="214" y="4377"/>
                  </a:lnTo>
                  <a:cubicBezTo>
                    <a:pt x="214" y="5289"/>
                    <a:pt x="153" y="6201"/>
                    <a:pt x="62" y="7082"/>
                  </a:cubicBezTo>
                  <a:cubicBezTo>
                    <a:pt x="1" y="7629"/>
                    <a:pt x="426" y="8146"/>
                    <a:pt x="973" y="8207"/>
                  </a:cubicBezTo>
                  <a:lnTo>
                    <a:pt x="1065" y="8207"/>
                  </a:lnTo>
                  <a:cubicBezTo>
                    <a:pt x="1581" y="8207"/>
                    <a:pt x="2037" y="7812"/>
                    <a:pt x="2098" y="7295"/>
                  </a:cubicBezTo>
                  <a:cubicBezTo>
                    <a:pt x="2189" y="6322"/>
                    <a:pt x="2220" y="5350"/>
                    <a:pt x="2220" y="4377"/>
                  </a:cubicBezTo>
                  <a:lnTo>
                    <a:pt x="2220" y="1003"/>
                  </a:lnTo>
                  <a:cubicBezTo>
                    <a:pt x="2220" y="426"/>
                    <a:pt x="1764" y="0"/>
                    <a:pt x="12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08;p15">
              <a:extLst>
                <a:ext uri="{FF2B5EF4-FFF2-40B4-BE49-F238E27FC236}">
                  <a16:creationId xmlns:a16="http://schemas.microsoft.com/office/drawing/2014/main" id="{7A5310B3-1879-1058-2EB3-A68D224F6FD8}"/>
                </a:ext>
              </a:extLst>
            </p:cNvPr>
            <p:cNvSpPr/>
            <p:nvPr/>
          </p:nvSpPr>
          <p:spPr>
            <a:xfrm>
              <a:off x="9486915" y="3506173"/>
              <a:ext cx="63192" cy="233641"/>
            </a:xfrm>
            <a:custGeom>
              <a:avLst/>
              <a:gdLst/>
              <a:ahLst/>
              <a:cxnLst/>
              <a:rect l="l" t="t" r="r" b="b"/>
              <a:pathLst>
                <a:path w="2220" h="8208" extrusionOk="0">
                  <a:moveTo>
                    <a:pt x="1034" y="0"/>
                  </a:moveTo>
                  <a:cubicBezTo>
                    <a:pt x="456" y="0"/>
                    <a:pt x="1" y="456"/>
                    <a:pt x="1" y="1034"/>
                  </a:cubicBezTo>
                  <a:lnTo>
                    <a:pt x="1" y="4590"/>
                  </a:lnTo>
                  <a:cubicBezTo>
                    <a:pt x="1" y="5502"/>
                    <a:pt x="61" y="6414"/>
                    <a:pt x="122" y="7295"/>
                  </a:cubicBezTo>
                  <a:cubicBezTo>
                    <a:pt x="183" y="7812"/>
                    <a:pt x="639" y="8207"/>
                    <a:pt x="1156" y="8207"/>
                  </a:cubicBezTo>
                  <a:lnTo>
                    <a:pt x="1247" y="8207"/>
                  </a:lnTo>
                  <a:cubicBezTo>
                    <a:pt x="1794" y="8177"/>
                    <a:pt x="2219" y="7660"/>
                    <a:pt x="2159" y="7113"/>
                  </a:cubicBezTo>
                  <a:cubicBezTo>
                    <a:pt x="2067" y="6292"/>
                    <a:pt x="2037" y="5441"/>
                    <a:pt x="2037" y="4590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09;p15">
              <a:extLst>
                <a:ext uri="{FF2B5EF4-FFF2-40B4-BE49-F238E27FC236}">
                  <a16:creationId xmlns:a16="http://schemas.microsoft.com/office/drawing/2014/main" id="{273A049F-40B6-BBD0-9D10-6BC53445C0D3}"/>
                </a:ext>
              </a:extLst>
            </p:cNvPr>
            <p:cNvSpPr/>
            <p:nvPr/>
          </p:nvSpPr>
          <p:spPr>
            <a:xfrm>
              <a:off x="11332415" y="3159214"/>
              <a:ext cx="57129" cy="234495"/>
            </a:xfrm>
            <a:custGeom>
              <a:avLst/>
              <a:gdLst/>
              <a:ahLst/>
              <a:cxnLst/>
              <a:rect l="l" t="t" r="r" b="b"/>
              <a:pathLst>
                <a:path w="2007" h="8238" extrusionOk="0">
                  <a:moveTo>
                    <a:pt x="100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04"/>
                  </a:lnTo>
                  <a:cubicBezTo>
                    <a:pt x="1" y="7782"/>
                    <a:pt x="456" y="8238"/>
                    <a:pt x="1004" y="8238"/>
                  </a:cubicBezTo>
                  <a:cubicBezTo>
                    <a:pt x="1581" y="8238"/>
                    <a:pt x="2007" y="7782"/>
                    <a:pt x="2007" y="7204"/>
                  </a:cubicBezTo>
                  <a:lnTo>
                    <a:pt x="2007" y="1034"/>
                  </a:lnTo>
                  <a:cubicBezTo>
                    <a:pt x="2007" y="457"/>
                    <a:pt x="1551" y="1"/>
                    <a:pt x="10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0;p15">
              <a:extLst>
                <a:ext uri="{FF2B5EF4-FFF2-40B4-BE49-F238E27FC236}">
                  <a16:creationId xmlns:a16="http://schemas.microsoft.com/office/drawing/2014/main" id="{4AD28629-6919-89DE-650D-C9151BAEA223}"/>
                </a:ext>
              </a:extLst>
            </p:cNvPr>
            <p:cNvSpPr/>
            <p:nvPr/>
          </p:nvSpPr>
          <p:spPr>
            <a:xfrm>
              <a:off x="9486915" y="3154033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0"/>
                  </a:moveTo>
                  <a:cubicBezTo>
                    <a:pt x="456" y="0"/>
                    <a:pt x="1" y="456"/>
                    <a:pt x="1" y="1003"/>
                  </a:cubicBezTo>
                  <a:lnTo>
                    <a:pt x="1" y="7204"/>
                  </a:lnTo>
                  <a:cubicBezTo>
                    <a:pt x="1" y="7751"/>
                    <a:pt x="456" y="8207"/>
                    <a:pt x="103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11;p15">
              <a:extLst>
                <a:ext uri="{FF2B5EF4-FFF2-40B4-BE49-F238E27FC236}">
                  <a16:creationId xmlns:a16="http://schemas.microsoft.com/office/drawing/2014/main" id="{CCFB1A85-87A2-8FE3-18E1-4B0E71B3453F}"/>
                </a:ext>
              </a:extLst>
            </p:cNvPr>
            <p:cNvSpPr/>
            <p:nvPr/>
          </p:nvSpPr>
          <p:spPr>
            <a:xfrm>
              <a:off x="11332415" y="2807073"/>
              <a:ext cx="57129" cy="233641"/>
            </a:xfrm>
            <a:custGeom>
              <a:avLst/>
              <a:gdLst/>
              <a:ahLst/>
              <a:cxnLst/>
              <a:rect l="l" t="t" r="r" b="b"/>
              <a:pathLst>
                <a:path w="2007" h="8208" extrusionOk="0">
                  <a:moveTo>
                    <a:pt x="100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4"/>
                  </a:lnTo>
                  <a:cubicBezTo>
                    <a:pt x="1" y="7752"/>
                    <a:pt x="456" y="8208"/>
                    <a:pt x="1004" y="8208"/>
                  </a:cubicBezTo>
                  <a:cubicBezTo>
                    <a:pt x="1581" y="8208"/>
                    <a:pt x="2007" y="7752"/>
                    <a:pt x="2007" y="7204"/>
                  </a:cubicBezTo>
                  <a:lnTo>
                    <a:pt x="2007" y="1004"/>
                  </a:lnTo>
                  <a:cubicBezTo>
                    <a:pt x="2007" y="457"/>
                    <a:pt x="1551" y="1"/>
                    <a:pt x="10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12;p15">
              <a:extLst>
                <a:ext uri="{FF2B5EF4-FFF2-40B4-BE49-F238E27FC236}">
                  <a16:creationId xmlns:a16="http://schemas.microsoft.com/office/drawing/2014/main" id="{20C73F5E-48A8-0A74-B2E5-3E58531F3383}"/>
                </a:ext>
              </a:extLst>
            </p:cNvPr>
            <p:cNvSpPr/>
            <p:nvPr/>
          </p:nvSpPr>
          <p:spPr>
            <a:xfrm>
              <a:off x="9486915" y="2801010"/>
              <a:ext cx="58012" cy="234523"/>
            </a:xfrm>
            <a:custGeom>
              <a:avLst/>
              <a:gdLst/>
              <a:ahLst/>
              <a:cxnLst/>
              <a:rect l="l" t="t" r="r" b="b"/>
              <a:pathLst>
                <a:path w="2038" h="8239" extrusionOk="0">
                  <a:moveTo>
                    <a:pt x="103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35"/>
                  </a:lnTo>
                  <a:cubicBezTo>
                    <a:pt x="1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3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3;p15">
              <a:extLst>
                <a:ext uri="{FF2B5EF4-FFF2-40B4-BE49-F238E27FC236}">
                  <a16:creationId xmlns:a16="http://schemas.microsoft.com/office/drawing/2014/main" id="{8C9F0E6D-467F-D5F3-E076-F06F6244D82E}"/>
                </a:ext>
              </a:extLst>
            </p:cNvPr>
            <p:cNvSpPr/>
            <p:nvPr/>
          </p:nvSpPr>
          <p:spPr>
            <a:xfrm>
              <a:off x="9486915" y="2448869"/>
              <a:ext cx="58012" cy="234523"/>
            </a:xfrm>
            <a:custGeom>
              <a:avLst/>
              <a:gdLst/>
              <a:ahLst/>
              <a:cxnLst/>
              <a:rect l="l" t="t" r="r" b="b"/>
              <a:pathLst>
                <a:path w="2038" h="8239" extrusionOk="0">
                  <a:moveTo>
                    <a:pt x="103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05"/>
                  </a:lnTo>
                  <a:cubicBezTo>
                    <a:pt x="1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4;p15">
              <a:extLst>
                <a:ext uri="{FF2B5EF4-FFF2-40B4-BE49-F238E27FC236}">
                  <a16:creationId xmlns:a16="http://schemas.microsoft.com/office/drawing/2014/main" id="{3C5F66B4-A7A4-10D0-756D-BF6F1F92255A}"/>
                </a:ext>
              </a:extLst>
            </p:cNvPr>
            <p:cNvSpPr/>
            <p:nvPr/>
          </p:nvSpPr>
          <p:spPr>
            <a:xfrm>
              <a:off x="9486915" y="2096729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6" y="8208"/>
                    <a:pt x="1034" y="8208"/>
                  </a:cubicBezTo>
                  <a:cubicBezTo>
                    <a:pt x="1581" y="8208"/>
                    <a:pt x="2037" y="778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rgbClr val="C73C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5;p15">
              <a:extLst>
                <a:ext uri="{FF2B5EF4-FFF2-40B4-BE49-F238E27FC236}">
                  <a16:creationId xmlns:a16="http://schemas.microsoft.com/office/drawing/2014/main" id="{FEBD5855-A724-7640-1C7C-EA6A976ECBC6}"/>
                </a:ext>
              </a:extLst>
            </p:cNvPr>
            <p:cNvSpPr/>
            <p:nvPr/>
          </p:nvSpPr>
          <p:spPr>
            <a:xfrm>
              <a:off x="9486915" y="1744588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6" y="8208"/>
                    <a:pt x="103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6;p15">
              <a:extLst>
                <a:ext uri="{FF2B5EF4-FFF2-40B4-BE49-F238E27FC236}">
                  <a16:creationId xmlns:a16="http://schemas.microsoft.com/office/drawing/2014/main" id="{B9891C07-E72F-F2A4-E75D-A1343825C03E}"/>
                </a:ext>
              </a:extLst>
            </p:cNvPr>
            <p:cNvSpPr/>
            <p:nvPr/>
          </p:nvSpPr>
          <p:spPr>
            <a:xfrm>
              <a:off x="9486915" y="1480718"/>
              <a:ext cx="58012" cy="144517"/>
            </a:xfrm>
            <a:custGeom>
              <a:avLst/>
              <a:gdLst/>
              <a:ahLst/>
              <a:cxnLst/>
              <a:rect l="l" t="t" r="r" b="b"/>
              <a:pathLst>
                <a:path w="2038" h="5077" extrusionOk="0">
                  <a:moveTo>
                    <a:pt x="1034" y="0"/>
                  </a:moveTo>
                  <a:cubicBezTo>
                    <a:pt x="456" y="0"/>
                    <a:pt x="1" y="456"/>
                    <a:pt x="1" y="1003"/>
                  </a:cubicBezTo>
                  <a:lnTo>
                    <a:pt x="1" y="4043"/>
                  </a:lnTo>
                  <a:cubicBezTo>
                    <a:pt x="1" y="4620"/>
                    <a:pt x="456" y="5076"/>
                    <a:pt x="1034" y="5076"/>
                  </a:cubicBezTo>
                  <a:cubicBezTo>
                    <a:pt x="1581" y="5076"/>
                    <a:pt x="2037" y="4620"/>
                    <a:pt x="2037" y="4043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7;p15">
              <a:extLst>
                <a:ext uri="{FF2B5EF4-FFF2-40B4-BE49-F238E27FC236}">
                  <a16:creationId xmlns:a16="http://schemas.microsoft.com/office/drawing/2014/main" id="{34262918-173E-2F29-F202-15DCEFD52B24}"/>
                </a:ext>
              </a:extLst>
            </p:cNvPr>
            <p:cNvSpPr/>
            <p:nvPr/>
          </p:nvSpPr>
          <p:spPr>
            <a:xfrm>
              <a:off x="3767841" y="2398714"/>
              <a:ext cx="413625" cy="414450"/>
            </a:xfrm>
            <a:custGeom>
              <a:avLst/>
              <a:gdLst/>
              <a:ahLst/>
              <a:cxnLst/>
              <a:rect l="l" t="t" r="r" b="b"/>
              <a:pathLst>
                <a:path w="14531" h="14560" extrusionOk="0">
                  <a:moveTo>
                    <a:pt x="7265" y="0"/>
                  </a:moveTo>
                  <a:cubicBezTo>
                    <a:pt x="3253" y="0"/>
                    <a:pt x="1" y="3252"/>
                    <a:pt x="1" y="7265"/>
                  </a:cubicBezTo>
                  <a:cubicBezTo>
                    <a:pt x="1" y="11277"/>
                    <a:pt x="3253" y="14559"/>
                    <a:pt x="7265" y="14559"/>
                  </a:cubicBezTo>
                  <a:cubicBezTo>
                    <a:pt x="11278" y="14559"/>
                    <a:pt x="14530" y="11277"/>
                    <a:pt x="14530" y="7265"/>
                  </a:cubicBezTo>
                  <a:cubicBezTo>
                    <a:pt x="14530" y="3252"/>
                    <a:pt x="11278" y="0"/>
                    <a:pt x="7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18;p15">
              <a:extLst>
                <a:ext uri="{FF2B5EF4-FFF2-40B4-BE49-F238E27FC236}">
                  <a16:creationId xmlns:a16="http://schemas.microsoft.com/office/drawing/2014/main" id="{69491C12-F716-062E-8355-B9699EF49B38}"/>
                </a:ext>
              </a:extLst>
            </p:cNvPr>
            <p:cNvSpPr/>
            <p:nvPr/>
          </p:nvSpPr>
          <p:spPr>
            <a:xfrm>
              <a:off x="3814954" y="966151"/>
              <a:ext cx="413596" cy="413596"/>
            </a:xfrm>
            <a:custGeom>
              <a:avLst/>
              <a:gdLst/>
              <a:ahLst/>
              <a:cxnLst/>
              <a:rect l="l" t="t" r="r" b="b"/>
              <a:pathLst>
                <a:path w="14530" h="14530" extrusionOk="0">
                  <a:moveTo>
                    <a:pt x="7265" y="1"/>
                  </a:moveTo>
                  <a:cubicBezTo>
                    <a:pt x="3253" y="1"/>
                    <a:pt x="0" y="3253"/>
                    <a:pt x="0" y="7265"/>
                  </a:cubicBezTo>
                  <a:cubicBezTo>
                    <a:pt x="0" y="11278"/>
                    <a:pt x="3253" y="14530"/>
                    <a:pt x="7265" y="14530"/>
                  </a:cubicBezTo>
                  <a:cubicBezTo>
                    <a:pt x="11277" y="14530"/>
                    <a:pt x="14530" y="11278"/>
                    <a:pt x="14530" y="7265"/>
                  </a:cubicBezTo>
                  <a:cubicBezTo>
                    <a:pt x="14530" y="3253"/>
                    <a:pt x="11277" y="1"/>
                    <a:pt x="7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19;p15">
              <a:extLst>
                <a:ext uri="{FF2B5EF4-FFF2-40B4-BE49-F238E27FC236}">
                  <a16:creationId xmlns:a16="http://schemas.microsoft.com/office/drawing/2014/main" id="{90C5188D-1B92-3852-290E-B3A417A65393}"/>
                </a:ext>
              </a:extLst>
            </p:cNvPr>
            <p:cNvSpPr/>
            <p:nvPr/>
          </p:nvSpPr>
          <p:spPr>
            <a:xfrm>
              <a:off x="5617229" y="1316745"/>
              <a:ext cx="413596" cy="414479"/>
            </a:xfrm>
            <a:custGeom>
              <a:avLst/>
              <a:gdLst/>
              <a:ahLst/>
              <a:cxnLst/>
              <a:rect l="l" t="t" r="r" b="b"/>
              <a:pathLst>
                <a:path w="14530" h="14561" extrusionOk="0">
                  <a:moveTo>
                    <a:pt x="7265" y="1"/>
                  </a:moveTo>
                  <a:cubicBezTo>
                    <a:pt x="3252" y="1"/>
                    <a:pt x="0" y="3284"/>
                    <a:pt x="0" y="7296"/>
                  </a:cubicBezTo>
                  <a:cubicBezTo>
                    <a:pt x="0" y="11308"/>
                    <a:pt x="3252" y="14560"/>
                    <a:pt x="7265" y="14560"/>
                  </a:cubicBezTo>
                  <a:cubicBezTo>
                    <a:pt x="11277" y="14560"/>
                    <a:pt x="14529" y="11308"/>
                    <a:pt x="14529" y="7296"/>
                  </a:cubicBezTo>
                  <a:cubicBezTo>
                    <a:pt x="14529" y="3284"/>
                    <a:pt x="11277" y="1"/>
                    <a:pt x="72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20;p15">
              <a:extLst>
                <a:ext uri="{FF2B5EF4-FFF2-40B4-BE49-F238E27FC236}">
                  <a16:creationId xmlns:a16="http://schemas.microsoft.com/office/drawing/2014/main" id="{679DAFE3-151B-DE6C-3776-11EF04FBA6DD}"/>
                </a:ext>
              </a:extLst>
            </p:cNvPr>
            <p:cNvSpPr/>
            <p:nvPr/>
          </p:nvSpPr>
          <p:spPr>
            <a:xfrm>
              <a:off x="5613341" y="3101259"/>
              <a:ext cx="413625" cy="413596"/>
            </a:xfrm>
            <a:custGeom>
              <a:avLst/>
              <a:gdLst/>
              <a:ahLst/>
              <a:cxnLst/>
              <a:rect l="l" t="t" r="r" b="b"/>
              <a:pathLst>
                <a:path w="14531" h="14530" extrusionOk="0">
                  <a:moveTo>
                    <a:pt x="7266" y="0"/>
                  </a:moveTo>
                  <a:cubicBezTo>
                    <a:pt x="3253" y="0"/>
                    <a:pt x="1" y="3253"/>
                    <a:pt x="1" y="7265"/>
                  </a:cubicBezTo>
                  <a:cubicBezTo>
                    <a:pt x="1" y="11277"/>
                    <a:pt x="3253" y="14529"/>
                    <a:pt x="7266" y="14529"/>
                  </a:cubicBezTo>
                  <a:cubicBezTo>
                    <a:pt x="11278" y="14529"/>
                    <a:pt x="14530" y="11277"/>
                    <a:pt x="14530" y="7265"/>
                  </a:cubicBezTo>
                  <a:cubicBezTo>
                    <a:pt x="14530" y="3253"/>
                    <a:pt x="11278" y="0"/>
                    <a:pt x="72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21;p15">
              <a:extLst>
                <a:ext uri="{FF2B5EF4-FFF2-40B4-BE49-F238E27FC236}">
                  <a16:creationId xmlns:a16="http://schemas.microsoft.com/office/drawing/2014/main" id="{10EC35D8-7F41-D25B-038B-73AA0275A812}"/>
                </a:ext>
              </a:extLst>
            </p:cNvPr>
            <p:cNvSpPr/>
            <p:nvPr/>
          </p:nvSpPr>
          <p:spPr>
            <a:xfrm>
              <a:off x="6877443" y="4219108"/>
              <a:ext cx="413596" cy="413596"/>
            </a:xfrm>
            <a:custGeom>
              <a:avLst/>
              <a:gdLst/>
              <a:ahLst/>
              <a:cxnLst/>
              <a:rect l="l" t="t" r="r" b="b"/>
              <a:pathLst>
                <a:path w="14530" h="14530" extrusionOk="0">
                  <a:moveTo>
                    <a:pt x="7265" y="0"/>
                  </a:moveTo>
                  <a:cubicBezTo>
                    <a:pt x="3252" y="0"/>
                    <a:pt x="0" y="3253"/>
                    <a:pt x="0" y="7265"/>
                  </a:cubicBezTo>
                  <a:cubicBezTo>
                    <a:pt x="0" y="11277"/>
                    <a:pt x="3252" y="14529"/>
                    <a:pt x="7265" y="14529"/>
                  </a:cubicBezTo>
                  <a:cubicBezTo>
                    <a:pt x="11277" y="14529"/>
                    <a:pt x="14529" y="11277"/>
                    <a:pt x="14529" y="7265"/>
                  </a:cubicBezTo>
                  <a:cubicBezTo>
                    <a:pt x="14529" y="3253"/>
                    <a:pt x="11277" y="0"/>
                    <a:pt x="72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22;p15">
              <a:extLst>
                <a:ext uri="{FF2B5EF4-FFF2-40B4-BE49-F238E27FC236}">
                  <a16:creationId xmlns:a16="http://schemas.microsoft.com/office/drawing/2014/main" id="{82303EB0-3C82-3798-528A-2BF2E236BAB0}"/>
                </a:ext>
              </a:extLst>
            </p:cNvPr>
            <p:cNvSpPr/>
            <p:nvPr/>
          </p:nvSpPr>
          <p:spPr>
            <a:xfrm>
              <a:off x="7451069" y="2358892"/>
              <a:ext cx="413596" cy="414479"/>
            </a:xfrm>
            <a:custGeom>
              <a:avLst/>
              <a:gdLst/>
              <a:ahLst/>
              <a:cxnLst/>
              <a:rect l="l" t="t" r="r" b="b"/>
              <a:pathLst>
                <a:path w="14530" h="14561" extrusionOk="0">
                  <a:moveTo>
                    <a:pt x="7265" y="1"/>
                  </a:moveTo>
                  <a:cubicBezTo>
                    <a:pt x="3253" y="1"/>
                    <a:pt x="0" y="3253"/>
                    <a:pt x="0" y="7265"/>
                  </a:cubicBezTo>
                  <a:cubicBezTo>
                    <a:pt x="0" y="11308"/>
                    <a:pt x="3253" y="14560"/>
                    <a:pt x="7265" y="14560"/>
                  </a:cubicBezTo>
                  <a:cubicBezTo>
                    <a:pt x="11277" y="14560"/>
                    <a:pt x="14530" y="11308"/>
                    <a:pt x="14530" y="7265"/>
                  </a:cubicBezTo>
                  <a:cubicBezTo>
                    <a:pt x="14530" y="3253"/>
                    <a:pt x="11277" y="1"/>
                    <a:pt x="7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23;p15">
              <a:extLst>
                <a:ext uri="{FF2B5EF4-FFF2-40B4-BE49-F238E27FC236}">
                  <a16:creationId xmlns:a16="http://schemas.microsoft.com/office/drawing/2014/main" id="{46E63589-57FB-DBD9-DDBF-3F934481D59E}"/>
                </a:ext>
              </a:extLst>
            </p:cNvPr>
            <p:cNvSpPr/>
            <p:nvPr/>
          </p:nvSpPr>
          <p:spPr>
            <a:xfrm>
              <a:off x="8724650" y="510801"/>
              <a:ext cx="413625" cy="414479"/>
            </a:xfrm>
            <a:custGeom>
              <a:avLst/>
              <a:gdLst/>
              <a:ahLst/>
              <a:cxnLst/>
              <a:rect l="l" t="t" r="r" b="b"/>
              <a:pathLst>
                <a:path w="14531" h="14561" extrusionOk="0">
                  <a:moveTo>
                    <a:pt x="7265" y="1"/>
                  </a:moveTo>
                  <a:cubicBezTo>
                    <a:pt x="3253" y="1"/>
                    <a:pt x="1" y="3253"/>
                    <a:pt x="1" y="7265"/>
                  </a:cubicBezTo>
                  <a:cubicBezTo>
                    <a:pt x="1" y="11308"/>
                    <a:pt x="3253" y="14560"/>
                    <a:pt x="7265" y="14560"/>
                  </a:cubicBezTo>
                  <a:cubicBezTo>
                    <a:pt x="11278" y="14560"/>
                    <a:pt x="14530" y="11308"/>
                    <a:pt x="14530" y="7265"/>
                  </a:cubicBezTo>
                  <a:cubicBezTo>
                    <a:pt x="14530" y="3253"/>
                    <a:pt x="11278" y="1"/>
                    <a:pt x="72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24;p15">
              <a:extLst>
                <a:ext uri="{FF2B5EF4-FFF2-40B4-BE49-F238E27FC236}">
                  <a16:creationId xmlns:a16="http://schemas.microsoft.com/office/drawing/2014/main" id="{43C5968A-5D15-9407-31A9-CFC97E45FBD7}"/>
                </a:ext>
              </a:extLst>
            </p:cNvPr>
            <p:cNvSpPr/>
            <p:nvPr/>
          </p:nvSpPr>
          <p:spPr>
            <a:xfrm>
              <a:off x="9321647" y="2019731"/>
              <a:ext cx="414479" cy="414479"/>
            </a:xfrm>
            <a:custGeom>
              <a:avLst/>
              <a:gdLst/>
              <a:ahLst/>
              <a:cxnLst/>
              <a:rect l="l" t="t" r="r" b="b"/>
              <a:pathLst>
                <a:path w="14561" h="14561" extrusionOk="0">
                  <a:moveTo>
                    <a:pt x="7296" y="1"/>
                  </a:moveTo>
                  <a:cubicBezTo>
                    <a:pt x="3253" y="1"/>
                    <a:pt x="1" y="3253"/>
                    <a:pt x="1" y="7265"/>
                  </a:cubicBezTo>
                  <a:cubicBezTo>
                    <a:pt x="1" y="11308"/>
                    <a:pt x="3253" y="14560"/>
                    <a:pt x="7296" y="14560"/>
                  </a:cubicBezTo>
                  <a:cubicBezTo>
                    <a:pt x="11308" y="14560"/>
                    <a:pt x="14560" y="11308"/>
                    <a:pt x="14560" y="7265"/>
                  </a:cubicBezTo>
                  <a:cubicBezTo>
                    <a:pt x="14560" y="3253"/>
                    <a:pt x="11308" y="1"/>
                    <a:pt x="72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25;p15">
              <a:extLst>
                <a:ext uri="{FF2B5EF4-FFF2-40B4-BE49-F238E27FC236}">
                  <a16:creationId xmlns:a16="http://schemas.microsoft.com/office/drawing/2014/main" id="{1F266B14-8D32-9B0C-484E-8023375DEC02}"/>
                </a:ext>
              </a:extLst>
            </p:cNvPr>
            <p:cNvSpPr/>
            <p:nvPr/>
          </p:nvSpPr>
          <p:spPr>
            <a:xfrm>
              <a:off x="9563059" y="4041742"/>
              <a:ext cx="413596" cy="413596"/>
            </a:xfrm>
            <a:custGeom>
              <a:avLst/>
              <a:gdLst/>
              <a:ahLst/>
              <a:cxnLst/>
              <a:rect l="l" t="t" r="r" b="b"/>
              <a:pathLst>
                <a:path w="14530" h="14530" extrusionOk="0">
                  <a:moveTo>
                    <a:pt x="7265" y="0"/>
                  </a:moveTo>
                  <a:cubicBezTo>
                    <a:pt x="3253" y="0"/>
                    <a:pt x="0" y="3253"/>
                    <a:pt x="0" y="7265"/>
                  </a:cubicBezTo>
                  <a:cubicBezTo>
                    <a:pt x="0" y="11277"/>
                    <a:pt x="3253" y="14529"/>
                    <a:pt x="7265" y="14529"/>
                  </a:cubicBezTo>
                  <a:cubicBezTo>
                    <a:pt x="11277" y="14529"/>
                    <a:pt x="14529" y="11277"/>
                    <a:pt x="14529" y="7265"/>
                  </a:cubicBezTo>
                  <a:cubicBezTo>
                    <a:pt x="14529" y="3253"/>
                    <a:pt x="11277" y="0"/>
                    <a:pt x="72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26;p15">
              <a:extLst>
                <a:ext uri="{FF2B5EF4-FFF2-40B4-BE49-F238E27FC236}">
                  <a16:creationId xmlns:a16="http://schemas.microsoft.com/office/drawing/2014/main" id="{EC2B7E13-6609-03D7-0438-EA646F98E73F}"/>
                </a:ext>
              </a:extLst>
            </p:cNvPr>
            <p:cNvSpPr/>
            <p:nvPr/>
          </p:nvSpPr>
          <p:spPr>
            <a:xfrm>
              <a:off x="11134270" y="2354565"/>
              <a:ext cx="413625" cy="413596"/>
            </a:xfrm>
            <a:custGeom>
              <a:avLst/>
              <a:gdLst/>
              <a:ahLst/>
              <a:cxnLst/>
              <a:rect l="l" t="t" r="r" b="b"/>
              <a:pathLst>
                <a:path w="14531" h="14530" extrusionOk="0">
                  <a:moveTo>
                    <a:pt x="7266" y="1"/>
                  </a:moveTo>
                  <a:cubicBezTo>
                    <a:pt x="3253" y="1"/>
                    <a:pt x="1" y="3253"/>
                    <a:pt x="1" y="7265"/>
                  </a:cubicBezTo>
                  <a:cubicBezTo>
                    <a:pt x="1" y="11278"/>
                    <a:pt x="3253" y="14530"/>
                    <a:pt x="7266" y="14530"/>
                  </a:cubicBezTo>
                  <a:cubicBezTo>
                    <a:pt x="11278" y="14530"/>
                    <a:pt x="14530" y="11278"/>
                    <a:pt x="14530" y="7265"/>
                  </a:cubicBezTo>
                  <a:cubicBezTo>
                    <a:pt x="14530" y="3253"/>
                    <a:pt x="11278" y="1"/>
                    <a:pt x="72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27;p15">
              <a:extLst>
                <a:ext uri="{FF2B5EF4-FFF2-40B4-BE49-F238E27FC236}">
                  <a16:creationId xmlns:a16="http://schemas.microsoft.com/office/drawing/2014/main" id="{72C668C6-46BE-D3F4-82FF-8A8C55107311}"/>
                </a:ext>
              </a:extLst>
            </p:cNvPr>
            <p:cNvSpPr/>
            <p:nvPr/>
          </p:nvSpPr>
          <p:spPr>
            <a:xfrm>
              <a:off x="5811084" y="3566735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34" y="0"/>
                  </a:moveTo>
                  <a:cubicBezTo>
                    <a:pt x="456" y="0"/>
                    <a:pt x="0" y="456"/>
                    <a:pt x="0" y="1034"/>
                  </a:cubicBezTo>
                  <a:lnTo>
                    <a:pt x="0" y="7204"/>
                  </a:lnTo>
                  <a:cubicBezTo>
                    <a:pt x="0" y="7782"/>
                    <a:pt x="456" y="8237"/>
                    <a:pt x="1034" y="8237"/>
                  </a:cubicBezTo>
                  <a:cubicBezTo>
                    <a:pt x="1581" y="8237"/>
                    <a:pt x="2037" y="7782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19148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er Journey Map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E7D"/>
      </a:accent1>
      <a:accent2>
        <a:srgbClr val="FFB174"/>
      </a:accent2>
      <a:accent3>
        <a:srgbClr val="FF6666"/>
      </a:accent3>
      <a:accent4>
        <a:srgbClr val="C9274F"/>
      </a:accent4>
      <a:accent5>
        <a:srgbClr val="651428"/>
      </a:accent5>
      <a:accent6>
        <a:srgbClr val="EEEEEE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Customer Journey Map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</cp:revision>
  <dcterms:modified xsi:type="dcterms:W3CDTF">2026-05-20T08:15:08Z</dcterms:modified>
</cp:coreProperties>
</file>